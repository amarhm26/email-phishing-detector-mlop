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4" r:id="rId18"/>
    <p:sldId id="275" r:id="rId19"/>
    <p:sldId id="27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043CE4-2F84-4B7B-9D7A-678BFAFAFF53}" v="33" dt="2025-12-06T07:23:19.809"/>
    <p1510:client id="{3376BD2C-6613-4E34-ADF6-874AC1828117}" v="57" dt="2025-12-05T10:09:08.8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G23AM1001 AMAR H M" userId="1b62c5d7accce612" providerId="LiveId" clId="{424FD0AF-3276-4E21-AE94-4B74DDD25169}"/>
    <pc:docChg chg="undo custSel delSld modSld">
      <pc:chgData name="ENG23AM1001 AMAR H M" userId="1b62c5d7accce612" providerId="LiveId" clId="{424FD0AF-3276-4E21-AE94-4B74DDD25169}" dt="2025-12-05T10:09:53.863" v="379" actId="20577"/>
      <pc:docMkLst>
        <pc:docMk/>
      </pc:docMkLst>
      <pc:sldChg chg="modSp mod">
        <pc:chgData name="ENG23AM1001 AMAR H M" userId="1b62c5d7accce612" providerId="LiveId" clId="{424FD0AF-3276-4E21-AE94-4B74DDD25169}" dt="2025-12-05T10:09:53.863" v="379" actId="20577"/>
        <pc:sldMkLst>
          <pc:docMk/>
          <pc:sldMk cId="0" sldId="256"/>
        </pc:sldMkLst>
        <pc:spChg chg="mod">
          <ac:chgData name="ENG23AM1001 AMAR H M" userId="1b62c5d7accce612" providerId="LiveId" clId="{424FD0AF-3276-4E21-AE94-4B74DDD25169}" dt="2025-12-05T10:09:39.453" v="377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10:09:53.863" v="379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10:09:43.606" v="378" actId="14100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ENG23AM1001 AMAR H M" userId="1b62c5d7accce612" providerId="LiveId" clId="{424FD0AF-3276-4E21-AE94-4B74DDD25169}" dt="2025-12-05T09:38:08.680" v="12" actId="1076"/>
        <pc:sldMkLst>
          <pc:docMk/>
          <pc:sldMk cId="0" sldId="257"/>
        </pc:sldMkLst>
        <pc:spChg chg="mod">
          <ac:chgData name="ENG23AM1001 AMAR H M" userId="1b62c5d7accce612" providerId="LiveId" clId="{424FD0AF-3276-4E21-AE94-4B74DDD25169}" dt="2025-12-05T09:38:08.680" v="12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09:38:04.791" v="11" actId="107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ENG23AM1001 AMAR H M" userId="1b62c5d7accce612" providerId="LiveId" clId="{424FD0AF-3276-4E21-AE94-4B74DDD25169}" dt="2025-12-05T09:38:27.949" v="15" actId="14100"/>
        <pc:sldMkLst>
          <pc:docMk/>
          <pc:sldMk cId="0" sldId="258"/>
        </pc:sldMkLst>
        <pc:spChg chg="mod">
          <ac:chgData name="ENG23AM1001 AMAR H M" userId="1b62c5d7accce612" providerId="LiveId" clId="{424FD0AF-3276-4E21-AE94-4B74DDD25169}" dt="2025-12-05T09:38:27.949" v="15" actId="14100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ENG23AM1001 AMAR H M" userId="1b62c5d7accce612" providerId="LiveId" clId="{424FD0AF-3276-4E21-AE94-4B74DDD25169}" dt="2025-12-05T09:40:30.525" v="26" actId="1076"/>
        <pc:sldMkLst>
          <pc:docMk/>
          <pc:sldMk cId="0" sldId="259"/>
        </pc:sldMkLst>
        <pc:spChg chg="mod">
          <ac:chgData name="ENG23AM1001 AMAR H M" userId="1b62c5d7accce612" providerId="LiveId" clId="{424FD0AF-3276-4E21-AE94-4B74DDD25169}" dt="2025-12-05T09:39:31.005" v="19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09:39:35.760" v="20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09:39:39.755" v="21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09:40:26.305" v="25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09:40:30.525" v="26" actId="1076"/>
          <ac:spMkLst>
            <pc:docMk/>
            <pc:sldMk cId="0" sldId="259"/>
            <ac:spMk id="8" creationId="{00000000-0000-0000-0000-000000000000}"/>
          </ac:spMkLst>
        </pc:spChg>
      </pc:sldChg>
      <pc:sldChg chg="modSp mod">
        <pc:chgData name="ENG23AM1001 AMAR H M" userId="1b62c5d7accce612" providerId="LiveId" clId="{424FD0AF-3276-4E21-AE94-4B74DDD25169}" dt="2025-12-05T09:41:26.121" v="36" actId="1076"/>
        <pc:sldMkLst>
          <pc:docMk/>
          <pc:sldMk cId="0" sldId="260"/>
        </pc:sldMkLst>
        <pc:spChg chg="mod">
          <ac:chgData name="ENG23AM1001 AMAR H M" userId="1b62c5d7accce612" providerId="LiveId" clId="{424FD0AF-3276-4E21-AE94-4B74DDD25169}" dt="2025-12-05T09:40:49.129" v="29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09:40:52.185" v="30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09:41:07.185" v="33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09:41:26.121" v="36" actId="1076"/>
          <ac:spMkLst>
            <pc:docMk/>
            <pc:sldMk cId="0" sldId="260"/>
            <ac:spMk id="8" creationId="{00000000-0000-0000-0000-000000000000}"/>
          </ac:spMkLst>
        </pc:spChg>
      </pc:sldChg>
      <pc:sldChg chg="modSp mod">
        <pc:chgData name="ENG23AM1001 AMAR H M" userId="1b62c5d7accce612" providerId="LiveId" clId="{424FD0AF-3276-4E21-AE94-4B74DDD25169}" dt="2025-12-05T09:43:20.484" v="57" actId="1076"/>
        <pc:sldMkLst>
          <pc:docMk/>
          <pc:sldMk cId="0" sldId="261"/>
        </pc:sldMkLst>
        <pc:spChg chg="mod">
          <ac:chgData name="ENG23AM1001 AMAR H M" userId="1b62c5d7accce612" providerId="LiveId" clId="{424FD0AF-3276-4E21-AE94-4B74DDD25169}" dt="2025-12-05T09:42:04.415" v="40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09:43:20.484" v="57" actId="1076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ENG23AM1001 AMAR H M" userId="1b62c5d7accce612" providerId="LiveId" clId="{424FD0AF-3276-4E21-AE94-4B74DDD25169}" dt="2025-12-05T09:43:32.255" v="58" actId="20577"/>
        <pc:sldMkLst>
          <pc:docMk/>
          <pc:sldMk cId="0" sldId="262"/>
        </pc:sldMkLst>
        <pc:spChg chg="mod">
          <ac:chgData name="ENG23AM1001 AMAR H M" userId="1b62c5d7accce612" providerId="LiveId" clId="{424FD0AF-3276-4E21-AE94-4B74DDD25169}" dt="2025-12-05T09:43:32.255" v="58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ENG23AM1001 AMAR H M" userId="1b62c5d7accce612" providerId="LiveId" clId="{424FD0AF-3276-4E21-AE94-4B74DDD25169}" dt="2025-12-05T09:43:59.715" v="61" actId="14100"/>
        <pc:sldMkLst>
          <pc:docMk/>
          <pc:sldMk cId="0" sldId="263"/>
        </pc:sldMkLst>
        <pc:spChg chg="mod">
          <ac:chgData name="ENG23AM1001 AMAR H M" userId="1b62c5d7accce612" providerId="LiveId" clId="{424FD0AF-3276-4E21-AE94-4B74DDD25169}" dt="2025-12-05T09:43:59.715" v="61" actId="14100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ENG23AM1001 AMAR H M" userId="1b62c5d7accce612" providerId="LiveId" clId="{424FD0AF-3276-4E21-AE94-4B74DDD25169}" dt="2025-12-05T09:44:20.554" v="64" actId="14100"/>
        <pc:sldMkLst>
          <pc:docMk/>
          <pc:sldMk cId="0" sldId="264"/>
        </pc:sldMkLst>
        <pc:spChg chg="mod">
          <ac:chgData name="ENG23AM1001 AMAR H M" userId="1b62c5d7accce612" providerId="LiveId" clId="{424FD0AF-3276-4E21-AE94-4B74DDD25169}" dt="2025-12-05T09:44:20.554" v="64" actId="14100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ENG23AM1001 AMAR H M" userId="1b62c5d7accce612" providerId="LiveId" clId="{424FD0AF-3276-4E21-AE94-4B74DDD25169}" dt="2025-12-05T09:44:41.365" v="68"/>
        <pc:sldMkLst>
          <pc:docMk/>
          <pc:sldMk cId="0" sldId="265"/>
        </pc:sldMkLst>
        <pc:spChg chg="mod">
          <ac:chgData name="ENG23AM1001 AMAR H M" userId="1b62c5d7accce612" providerId="LiveId" clId="{424FD0AF-3276-4E21-AE94-4B74DDD25169}" dt="2025-12-05T09:44:41.365" v="68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ENG23AM1001 AMAR H M" userId="1b62c5d7accce612" providerId="LiveId" clId="{424FD0AF-3276-4E21-AE94-4B74DDD25169}" dt="2025-12-05T09:45:02.755" v="71" actId="14100"/>
        <pc:sldMkLst>
          <pc:docMk/>
          <pc:sldMk cId="0" sldId="266"/>
        </pc:sldMkLst>
        <pc:spChg chg="mod">
          <ac:chgData name="ENG23AM1001 AMAR H M" userId="1b62c5d7accce612" providerId="LiveId" clId="{424FD0AF-3276-4E21-AE94-4B74DDD25169}" dt="2025-12-05T09:45:02.755" v="71" actId="14100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ENG23AM1001 AMAR H M" userId="1b62c5d7accce612" providerId="LiveId" clId="{424FD0AF-3276-4E21-AE94-4B74DDD25169}" dt="2025-12-05T09:45:44.885" v="74" actId="14100"/>
        <pc:sldMkLst>
          <pc:docMk/>
          <pc:sldMk cId="0" sldId="267"/>
        </pc:sldMkLst>
        <pc:spChg chg="mod">
          <ac:chgData name="ENG23AM1001 AMAR H M" userId="1b62c5d7accce612" providerId="LiveId" clId="{424FD0AF-3276-4E21-AE94-4B74DDD25169}" dt="2025-12-05T09:45:44.885" v="74" actId="14100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ENG23AM1001 AMAR H M" userId="1b62c5d7accce612" providerId="LiveId" clId="{424FD0AF-3276-4E21-AE94-4B74DDD25169}" dt="2025-12-05T09:46:05.961" v="77" actId="14100"/>
        <pc:sldMkLst>
          <pc:docMk/>
          <pc:sldMk cId="0" sldId="268"/>
        </pc:sldMkLst>
        <pc:spChg chg="mod">
          <ac:chgData name="ENG23AM1001 AMAR H M" userId="1b62c5d7accce612" providerId="LiveId" clId="{424FD0AF-3276-4E21-AE94-4B74DDD25169}" dt="2025-12-05T09:46:05.961" v="77" actId="14100"/>
          <ac:spMkLst>
            <pc:docMk/>
            <pc:sldMk cId="0" sldId="268"/>
            <ac:spMk id="3" creationId="{00000000-0000-0000-0000-000000000000}"/>
          </ac:spMkLst>
        </pc:spChg>
      </pc:sldChg>
      <pc:sldChg chg="addSp delSp modSp mod">
        <pc:chgData name="ENG23AM1001 AMAR H M" userId="1b62c5d7accce612" providerId="LiveId" clId="{424FD0AF-3276-4E21-AE94-4B74DDD25169}" dt="2025-12-05T10:02:06.362" v="174" actId="1076"/>
        <pc:sldMkLst>
          <pc:docMk/>
          <pc:sldMk cId="0" sldId="269"/>
        </pc:sldMkLst>
        <pc:spChg chg="mod">
          <ac:chgData name="ENG23AM1001 AMAR H M" userId="1b62c5d7accce612" providerId="LiveId" clId="{424FD0AF-3276-4E21-AE94-4B74DDD25169}" dt="2025-12-05T09:46:54.125" v="83" actId="1076"/>
          <ac:spMkLst>
            <pc:docMk/>
            <pc:sldMk cId="0" sldId="269"/>
            <ac:spMk id="2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10:01:59.520" v="171" actId="1076"/>
          <ac:spMkLst>
            <pc:docMk/>
            <pc:sldMk cId="0" sldId="269"/>
            <ac:spMk id="3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09:47:36.925" v="85" actId="20577"/>
          <ac:spMkLst>
            <pc:docMk/>
            <pc:sldMk cId="0" sldId="269"/>
            <ac:spMk id="4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09:46:34.787" v="78" actId="20577"/>
          <ac:spMkLst>
            <pc:docMk/>
            <pc:sldMk cId="0" sldId="269"/>
            <ac:spMk id="5" creationId="{00000000-0000-0000-0000-000000000000}"/>
          </ac:spMkLst>
        </pc:spChg>
        <pc:spChg chg="add del mod">
          <ac:chgData name="ENG23AM1001 AMAR H M" userId="1b62c5d7accce612" providerId="LiveId" clId="{424FD0AF-3276-4E21-AE94-4B74DDD25169}" dt="2025-12-05T10:01:15.774" v="167" actId="478"/>
          <ac:spMkLst>
            <pc:docMk/>
            <pc:sldMk cId="0" sldId="269"/>
            <ac:spMk id="8" creationId="{ADB2A3E8-5727-8E83-1F4B-E6F25F4D0ECB}"/>
          </ac:spMkLst>
        </pc:spChg>
        <pc:picChg chg="add del mod">
          <ac:chgData name="ENG23AM1001 AMAR H M" userId="1b62c5d7accce612" providerId="LiveId" clId="{424FD0AF-3276-4E21-AE94-4B74DDD25169}" dt="2025-12-05T10:00:32.102" v="164" actId="478"/>
          <ac:picMkLst>
            <pc:docMk/>
            <pc:sldMk cId="0" sldId="269"/>
            <ac:picMk id="7" creationId="{FD92E429-4C8A-2D37-DCF7-C2E878B1DD10}"/>
          </ac:picMkLst>
        </pc:picChg>
        <pc:picChg chg="add mod">
          <ac:chgData name="ENG23AM1001 AMAR H M" userId="1b62c5d7accce612" providerId="LiveId" clId="{424FD0AF-3276-4E21-AE94-4B74DDD25169}" dt="2025-12-05T10:02:06.362" v="174" actId="1076"/>
          <ac:picMkLst>
            <pc:docMk/>
            <pc:sldMk cId="0" sldId="269"/>
            <ac:picMk id="10" creationId="{D5A3DB32-2EC0-58BC-C484-3ACB417D9761}"/>
          </ac:picMkLst>
        </pc:picChg>
      </pc:sldChg>
      <pc:sldChg chg="modSp del mod">
        <pc:chgData name="ENG23AM1001 AMAR H M" userId="1b62c5d7accce612" providerId="LiveId" clId="{424FD0AF-3276-4E21-AE94-4B74DDD25169}" dt="2025-12-05T09:49:30.635" v="94" actId="47"/>
        <pc:sldMkLst>
          <pc:docMk/>
          <pc:sldMk cId="0" sldId="270"/>
        </pc:sldMkLst>
        <pc:spChg chg="mod">
          <ac:chgData name="ENG23AM1001 AMAR H M" userId="1b62c5d7accce612" providerId="LiveId" clId="{424FD0AF-3276-4E21-AE94-4B74DDD25169}" dt="2025-12-05T09:48:44.925" v="90" actId="1076"/>
          <ac:spMkLst>
            <pc:docMk/>
            <pc:sldMk cId="0" sldId="270"/>
            <ac:spMk id="2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09:48:47.218" v="91" actId="1076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ENG23AM1001 AMAR H M" userId="1b62c5d7accce612" providerId="LiveId" clId="{424FD0AF-3276-4E21-AE94-4B74DDD25169}" dt="2025-12-05T09:49:57.825" v="99" actId="5793"/>
        <pc:sldMkLst>
          <pc:docMk/>
          <pc:sldMk cId="0" sldId="271"/>
        </pc:sldMkLst>
        <pc:spChg chg="mod">
          <ac:chgData name="ENG23AM1001 AMAR H M" userId="1b62c5d7accce612" providerId="LiveId" clId="{424FD0AF-3276-4E21-AE94-4B74DDD25169}" dt="2025-12-05T09:49:50.295" v="97" actId="1076"/>
          <ac:spMkLst>
            <pc:docMk/>
            <pc:sldMk cId="0" sldId="271"/>
            <ac:spMk id="2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09:49:57.825" v="99" actId="5793"/>
          <ac:spMkLst>
            <pc:docMk/>
            <pc:sldMk cId="0" sldId="271"/>
            <ac:spMk id="3" creationId="{00000000-0000-0000-0000-000000000000}"/>
          </ac:spMkLst>
        </pc:spChg>
      </pc:sldChg>
      <pc:sldChg chg="modSp mod">
        <pc:chgData name="ENG23AM1001 AMAR H M" userId="1b62c5d7accce612" providerId="LiveId" clId="{424FD0AF-3276-4E21-AE94-4B74DDD25169}" dt="2025-12-05T10:03:54.938" v="179" actId="207"/>
        <pc:sldMkLst>
          <pc:docMk/>
          <pc:sldMk cId="0" sldId="272"/>
        </pc:sldMkLst>
        <pc:spChg chg="mod">
          <ac:chgData name="ENG23AM1001 AMAR H M" userId="1b62c5d7accce612" providerId="LiveId" clId="{424FD0AF-3276-4E21-AE94-4B74DDD25169}" dt="2025-12-05T10:03:54.938" v="179" actId="207"/>
          <ac:spMkLst>
            <pc:docMk/>
            <pc:sldMk cId="0" sldId="272"/>
            <ac:spMk id="2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09:50:29.100" v="103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ENG23AM1001 AMAR H M" userId="1b62c5d7accce612" providerId="LiveId" clId="{424FD0AF-3276-4E21-AE94-4B74DDD25169}" dt="2025-12-05T10:03:51.510" v="178" actId="207"/>
        <pc:sldMkLst>
          <pc:docMk/>
          <pc:sldMk cId="131383827" sldId="274"/>
        </pc:sldMkLst>
        <pc:spChg chg="mod">
          <ac:chgData name="ENG23AM1001 AMAR H M" userId="1b62c5d7accce612" providerId="LiveId" clId="{424FD0AF-3276-4E21-AE94-4B74DDD25169}" dt="2025-12-05T10:03:51.510" v="178" actId="207"/>
          <ac:spMkLst>
            <pc:docMk/>
            <pc:sldMk cId="131383827" sldId="274"/>
            <ac:spMk id="2" creationId="{00000000-0000-0000-0000-000000000000}"/>
          </ac:spMkLst>
        </pc:spChg>
        <pc:spChg chg="mod">
          <ac:chgData name="ENG23AM1001 AMAR H M" userId="1b62c5d7accce612" providerId="LiveId" clId="{424FD0AF-3276-4E21-AE94-4B74DDD25169}" dt="2025-12-05T10:03:42.622" v="175" actId="1076"/>
          <ac:spMkLst>
            <pc:docMk/>
            <pc:sldMk cId="131383827" sldId="274"/>
            <ac:spMk id="3" creationId="{00000000-0000-0000-0000-000000000000}"/>
          </ac:spMkLst>
        </pc:spChg>
      </pc:sldChg>
      <pc:sldChg chg="addSp delSp modSp mod">
        <pc:chgData name="ENG23AM1001 AMAR H M" userId="1b62c5d7accce612" providerId="LiveId" clId="{424FD0AF-3276-4E21-AE94-4B74DDD25169}" dt="2025-12-05T10:05:56.573" v="180" actId="207"/>
        <pc:sldMkLst>
          <pc:docMk/>
          <pc:sldMk cId="351826074" sldId="275"/>
        </pc:sldMkLst>
        <pc:spChg chg="add del mod">
          <ac:chgData name="ENG23AM1001 AMAR H M" userId="1b62c5d7accce612" providerId="LiveId" clId="{424FD0AF-3276-4E21-AE94-4B74DDD25169}" dt="2025-12-05T09:54:30.945" v="139" actId="478"/>
          <ac:spMkLst>
            <pc:docMk/>
            <pc:sldMk cId="351826074" sldId="275"/>
            <ac:spMk id="2" creationId="{00000000-0000-0000-0000-000000000000}"/>
          </ac:spMkLst>
        </pc:spChg>
        <pc:spChg chg="add del mod">
          <ac:chgData name="ENG23AM1001 AMAR H M" userId="1b62c5d7accce612" providerId="LiveId" clId="{424FD0AF-3276-4E21-AE94-4B74DDD25169}" dt="2025-12-05T09:54:30.945" v="139" actId="478"/>
          <ac:spMkLst>
            <pc:docMk/>
            <pc:sldMk cId="351826074" sldId="275"/>
            <ac:spMk id="3" creationId="{00000000-0000-0000-0000-000000000000}"/>
          </ac:spMkLst>
        </pc:spChg>
        <pc:spChg chg="add del mod">
          <ac:chgData name="ENG23AM1001 AMAR H M" userId="1b62c5d7accce612" providerId="LiveId" clId="{424FD0AF-3276-4E21-AE94-4B74DDD25169}" dt="2025-12-05T09:54:30.945" v="139" actId="478"/>
          <ac:spMkLst>
            <pc:docMk/>
            <pc:sldMk cId="351826074" sldId="275"/>
            <ac:spMk id="4" creationId="{90320B9B-C6EA-40CA-BDC5-64188AD89530}"/>
          </ac:spMkLst>
        </pc:spChg>
        <pc:spChg chg="add mod">
          <ac:chgData name="ENG23AM1001 AMAR H M" userId="1b62c5d7accce612" providerId="LiveId" clId="{424FD0AF-3276-4E21-AE94-4B74DDD25169}" dt="2025-12-05T10:05:56.573" v="180" actId="207"/>
          <ac:spMkLst>
            <pc:docMk/>
            <pc:sldMk cId="351826074" sldId="275"/>
            <ac:spMk id="5" creationId="{78A0FCC1-7625-F994-59C4-14830CD20087}"/>
          </ac:spMkLst>
        </pc:spChg>
        <pc:spChg chg="add">
          <ac:chgData name="ENG23AM1001 AMAR H M" userId="1b62c5d7accce612" providerId="LiveId" clId="{424FD0AF-3276-4E21-AE94-4B74DDD25169}" dt="2025-12-05T09:54:51.315" v="141"/>
          <ac:spMkLst>
            <pc:docMk/>
            <pc:sldMk cId="351826074" sldId="275"/>
            <ac:spMk id="6" creationId="{94DCD06E-FB88-938D-A19D-64109D41EC21}"/>
          </ac:spMkLst>
        </pc:spChg>
        <pc:spChg chg="add mod">
          <ac:chgData name="ENG23AM1001 AMAR H M" userId="1b62c5d7accce612" providerId="LiveId" clId="{424FD0AF-3276-4E21-AE94-4B74DDD25169}" dt="2025-12-05T09:56:45.859" v="160" actId="14100"/>
          <ac:spMkLst>
            <pc:docMk/>
            <pc:sldMk cId="351826074" sldId="275"/>
            <ac:spMk id="7" creationId="{55CA9A98-51D7-70AE-4C8A-2489620FD93C}"/>
          </ac:spMkLst>
        </pc:spChg>
      </pc:sldChg>
    </pc:docChg>
  </pc:docChgLst>
  <pc:docChgLst>
    <pc:chgData name="AMAR H M" userId="1b62c5d7accce612" providerId="LiveId" clId="{424FD0AF-3276-4E21-AE94-4B74DDD25169}"/>
    <pc:docChg chg="undo custSel modSld">
      <pc:chgData name="AMAR H M" userId="1b62c5d7accce612" providerId="LiveId" clId="{424FD0AF-3276-4E21-AE94-4B74DDD25169}" dt="2025-12-06T07:23:30.855" v="180" actId="20577"/>
      <pc:docMkLst>
        <pc:docMk/>
      </pc:docMkLst>
      <pc:sldChg chg="modSp mod">
        <pc:chgData name="AMAR H M" userId="1b62c5d7accce612" providerId="LiveId" clId="{424FD0AF-3276-4E21-AE94-4B74DDD25169}" dt="2025-12-06T07:23:25.924" v="179" actId="255"/>
        <pc:sldMkLst>
          <pc:docMk/>
          <pc:sldMk cId="0" sldId="257"/>
        </pc:sldMkLst>
        <pc:spChg chg="mod">
          <ac:chgData name="AMAR H M" userId="1b62c5d7accce612" providerId="LiveId" clId="{424FD0AF-3276-4E21-AE94-4B74DDD25169}" dt="2025-12-06T07:19:25.349" v="170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AMAR H M" userId="1b62c5d7accce612" providerId="LiveId" clId="{424FD0AF-3276-4E21-AE94-4B74DDD25169}" dt="2025-12-06T07:23:25.924" v="179" actId="255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AMAR H M" userId="1b62c5d7accce612" providerId="LiveId" clId="{424FD0AF-3276-4E21-AE94-4B74DDD25169}" dt="2025-12-06T07:23:30.855" v="180" actId="20577"/>
        <pc:sldMkLst>
          <pc:docMk/>
          <pc:sldMk cId="0" sldId="258"/>
        </pc:sldMkLst>
        <pc:spChg chg="mod">
          <ac:chgData name="AMAR H M" userId="1b62c5d7accce612" providerId="LiveId" clId="{424FD0AF-3276-4E21-AE94-4B74DDD25169}" dt="2025-12-06T06:50:04.792" v="51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AMAR H M" userId="1b62c5d7accce612" providerId="LiveId" clId="{424FD0AF-3276-4E21-AE94-4B74DDD25169}" dt="2025-12-06T07:23:30.855" v="180" actId="20577"/>
          <ac:spMkLst>
            <pc:docMk/>
            <pc:sldMk cId="0" sldId="258"/>
            <ac:spMk id="3" creationId="{00000000-0000-0000-0000-000000000000}"/>
          </ac:spMkLst>
        </pc:spChg>
      </pc:sldChg>
      <pc:sldChg chg="addSp delSp modSp mod">
        <pc:chgData name="AMAR H M" userId="1b62c5d7accce612" providerId="LiveId" clId="{424FD0AF-3276-4E21-AE94-4B74DDD25169}" dt="2025-12-06T07:07:35.449" v="164" actId="20577"/>
        <pc:sldMkLst>
          <pc:docMk/>
          <pc:sldMk cId="0" sldId="259"/>
        </pc:sldMkLst>
        <pc:spChg chg="mod">
          <ac:chgData name="AMAR H M" userId="1b62c5d7accce612" providerId="LiveId" clId="{424FD0AF-3276-4E21-AE94-4B74DDD25169}" dt="2025-12-06T06:59:19.852" v="101" actId="14100"/>
          <ac:spMkLst>
            <pc:docMk/>
            <pc:sldMk cId="0" sldId="259"/>
            <ac:spMk id="2" creationId="{00000000-0000-0000-0000-000000000000}"/>
          </ac:spMkLst>
        </pc:spChg>
        <pc:spChg chg="mod">
          <ac:chgData name="AMAR H M" userId="1b62c5d7accce612" providerId="LiveId" clId="{424FD0AF-3276-4E21-AE94-4B74DDD25169}" dt="2025-12-06T06:59:42.994" v="105" actId="14100"/>
          <ac:spMkLst>
            <pc:docMk/>
            <pc:sldMk cId="0" sldId="259"/>
            <ac:spMk id="3" creationId="{00000000-0000-0000-0000-000000000000}"/>
          </ac:spMkLst>
        </pc:spChg>
        <pc:spChg chg="mod">
          <ac:chgData name="AMAR H M" userId="1b62c5d7accce612" providerId="LiveId" clId="{424FD0AF-3276-4E21-AE94-4B74DDD25169}" dt="2025-12-06T07:07:26.502" v="146" actId="1076"/>
          <ac:spMkLst>
            <pc:docMk/>
            <pc:sldMk cId="0" sldId="259"/>
            <ac:spMk id="5" creationId="{00000000-0000-0000-0000-000000000000}"/>
          </ac:spMkLst>
        </pc:spChg>
        <pc:spChg chg="del mod">
          <ac:chgData name="AMAR H M" userId="1b62c5d7accce612" providerId="LiveId" clId="{424FD0AF-3276-4E21-AE94-4B74DDD25169}" dt="2025-12-06T07:00:46.888" v="112" actId="478"/>
          <ac:spMkLst>
            <pc:docMk/>
            <pc:sldMk cId="0" sldId="259"/>
            <ac:spMk id="6" creationId="{00000000-0000-0000-0000-000000000000}"/>
          </ac:spMkLst>
        </pc:spChg>
        <pc:spChg chg="mod">
          <ac:chgData name="AMAR H M" userId="1b62c5d7accce612" providerId="LiveId" clId="{424FD0AF-3276-4E21-AE94-4B74DDD25169}" dt="2025-12-06T06:59:34.385" v="103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AMAR H M" userId="1b62c5d7accce612" providerId="LiveId" clId="{424FD0AF-3276-4E21-AE94-4B74DDD25169}" dt="2025-12-06T07:01:44.218" v="122" actId="14100"/>
          <ac:spMkLst>
            <pc:docMk/>
            <pc:sldMk cId="0" sldId="259"/>
            <ac:spMk id="8" creationId="{00000000-0000-0000-0000-000000000000}"/>
          </ac:spMkLst>
        </pc:spChg>
        <pc:spChg chg="add">
          <ac:chgData name="AMAR H M" userId="1b62c5d7accce612" providerId="LiveId" clId="{424FD0AF-3276-4E21-AE94-4B74DDD25169}" dt="2025-12-06T06:58:10.914" v="86"/>
          <ac:spMkLst>
            <pc:docMk/>
            <pc:sldMk cId="0" sldId="259"/>
            <ac:spMk id="9" creationId="{79FEC3AE-AAB3-BD0D-042D-71CBD90CA4CB}"/>
          </ac:spMkLst>
        </pc:spChg>
        <pc:spChg chg="add">
          <ac:chgData name="AMAR H M" userId="1b62c5d7accce612" providerId="LiveId" clId="{424FD0AF-3276-4E21-AE94-4B74DDD25169}" dt="2025-12-06T06:58:16.226" v="87"/>
          <ac:spMkLst>
            <pc:docMk/>
            <pc:sldMk cId="0" sldId="259"/>
            <ac:spMk id="10" creationId="{9B9A2012-4C3D-7C10-E95F-743389164A9C}"/>
          </ac:spMkLst>
        </pc:spChg>
        <pc:spChg chg="add">
          <ac:chgData name="AMAR H M" userId="1b62c5d7accce612" providerId="LiveId" clId="{424FD0AF-3276-4E21-AE94-4B74DDD25169}" dt="2025-12-06T06:58:26.473" v="88"/>
          <ac:spMkLst>
            <pc:docMk/>
            <pc:sldMk cId="0" sldId="259"/>
            <ac:spMk id="11" creationId="{451581B6-DD65-36E4-66D6-BA9B2B581DC2}"/>
          </ac:spMkLst>
        </pc:spChg>
        <pc:spChg chg="add mod">
          <ac:chgData name="AMAR H M" userId="1b62c5d7accce612" providerId="LiveId" clId="{424FD0AF-3276-4E21-AE94-4B74DDD25169}" dt="2025-12-06T07:07:35.449" v="164" actId="20577"/>
          <ac:spMkLst>
            <pc:docMk/>
            <pc:sldMk cId="0" sldId="259"/>
            <ac:spMk id="12" creationId="{18139E7D-CCBA-0604-9CE1-4FB86F0DC3E0}"/>
          </ac:spMkLst>
        </pc:spChg>
        <pc:spChg chg="add del mod">
          <ac:chgData name="AMAR H M" userId="1b62c5d7accce612" providerId="LiveId" clId="{424FD0AF-3276-4E21-AE94-4B74DDD25169}" dt="2025-12-06T07:06:49.548" v="136" actId="478"/>
          <ac:spMkLst>
            <pc:docMk/>
            <pc:sldMk cId="0" sldId="259"/>
            <ac:spMk id="13" creationId="{59A9EC91-818D-CA58-6373-BD261C015B7D}"/>
          </ac:spMkLst>
        </pc:spChg>
        <pc:spChg chg="add mod">
          <ac:chgData name="AMAR H M" userId="1b62c5d7accce612" providerId="LiveId" clId="{424FD0AF-3276-4E21-AE94-4B74DDD25169}" dt="2025-12-06T07:07:18.448" v="144" actId="255"/>
          <ac:spMkLst>
            <pc:docMk/>
            <pc:sldMk cId="0" sldId="259"/>
            <ac:spMk id="14" creationId="{7440BC36-5551-D655-8229-EB5BA1B5A593}"/>
          </ac:spMkLst>
        </pc:spChg>
        <pc:spChg chg="add del mod">
          <ac:chgData name="AMAR H M" userId="1b62c5d7accce612" providerId="LiveId" clId="{424FD0AF-3276-4E21-AE94-4B74DDD25169}" dt="2025-12-06T07:07:12.647" v="143" actId="478"/>
          <ac:spMkLst>
            <pc:docMk/>
            <pc:sldMk cId="0" sldId="259"/>
            <ac:spMk id="16" creationId="{59F4E2FD-F722-0B81-D73B-DAB418F568C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6030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85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8518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2457" y="1372767"/>
            <a:ext cx="8419514" cy="110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360"/>
              </a:lnSpc>
            </a:pPr>
            <a:r>
              <a:rPr lang="en-US" sz="4800" dirty="0"/>
              <a:t>Email Phishing Detection Using</a:t>
            </a:r>
          </a:p>
          <a:p>
            <a:pPr algn="ctr">
              <a:lnSpc>
                <a:spcPts val="3360"/>
              </a:lnSpc>
            </a:pPr>
            <a:r>
              <a:rPr lang="en-US" sz="4800" dirty="0"/>
              <a:t>Machine Learning &amp; </a:t>
            </a:r>
            <a:r>
              <a:rPr lang="en-US" sz="4800" dirty="0" err="1"/>
              <a:t>MLops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696910" y="2413695"/>
            <a:ext cx="375003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55783" y="4101439"/>
            <a:ext cx="29699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908093" y="3017506"/>
            <a:ext cx="5327664" cy="827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 H M  ENG23AM1001 Contact-Details – amarhm26@gmail.com </a:t>
            </a:r>
          </a:p>
          <a:p>
            <a:pPr marL="0" indent="0">
              <a:lnSpc>
                <a:spcPts val="19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Sanjay S (ENG23AM1004)</a:t>
            </a:r>
          </a:p>
          <a:p>
            <a:pPr marL="0" indent="0">
              <a:lnSpc>
                <a:spcPts val="19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Deepak Mahto</a:t>
            </a:r>
            <a:endParaRPr lang="en-US" sz="105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D5C9AA0-B788-4AA7-878A-F09C8CC3B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966" y="95250"/>
            <a:ext cx="1905000" cy="66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709" y="277776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MLOps Workflow Stages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30936" y="896463"/>
            <a:ext cx="7882128" cy="4097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/>
              <a:t>1. Data Ingestion</a:t>
            </a:r>
          </a:p>
          <a:p>
            <a:r>
              <a:rPr lang="en-US" sz="1400" dirty="0"/>
              <a:t>Dataset: emails_1000.csv</a:t>
            </a:r>
          </a:p>
          <a:p>
            <a:r>
              <a:rPr lang="en-US" sz="1400" dirty="0"/>
              <a:t>Columns combined: </a:t>
            </a:r>
            <a:r>
              <a:rPr lang="en-US" sz="1400" b="1" dirty="0"/>
              <a:t>subject + body → </a:t>
            </a:r>
            <a:r>
              <a:rPr lang="en-US" sz="1400" b="1" dirty="0" err="1"/>
              <a:t>merged_text</a:t>
            </a:r>
            <a:endParaRPr lang="en-US" sz="1400" dirty="0"/>
          </a:p>
          <a:p>
            <a:r>
              <a:rPr lang="en-US" sz="1400" dirty="0"/>
              <a:t>Supports future IMAP/Gmail inbox ingestion</a:t>
            </a:r>
          </a:p>
          <a:p>
            <a:r>
              <a:rPr lang="en-US" sz="1400" dirty="0"/>
              <a:t>Local ingestion pipeline for on-prem deployment</a:t>
            </a:r>
          </a:p>
          <a:p>
            <a:r>
              <a:rPr lang="en-US" sz="1400" b="1" dirty="0"/>
              <a:t>2. Data Processing</a:t>
            </a:r>
          </a:p>
          <a:p>
            <a:r>
              <a:rPr lang="en-US" sz="1400" dirty="0"/>
              <a:t>Custom </a:t>
            </a:r>
            <a:r>
              <a:rPr lang="en-US" sz="1400" dirty="0" err="1"/>
              <a:t>preprocess_text</a:t>
            </a:r>
            <a:r>
              <a:rPr lang="en-US" sz="1400" dirty="0"/>
              <a:t>() removes HTML, URLs, noise</a:t>
            </a:r>
          </a:p>
          <a:p>
            <a:r>
              <a:rPr lang="en-US" sz="1400" dirty="0"/>
              <a:t>Lowercasing + token normalization</a:t>
            </a:r>
          </a:p>
          <a:p>
            <a:r>
              <a:rPr lang="en-US" sz="1400" dirty="0"/>
              <a:t>Removes symbols, extra spaces</a:t>
            </a:r>
          </a:p>
          <a:p>
            <a:r>
              <a:rPr lang="en-US" sz="1400" dirty="0"/>
              <a:t>Produces clean text ready for vectorization</a:t>
            </a:r>
          </a:p>
          <a:p>
            <a:r>
              <a:rPr lang="en-US" sz="1400" b="1" dirty="0"/>
              <a:t>3. Model Training</a:t>
            </a:r>
          </a:p>
          <a:p>
            <a:r>
              <a:rPr lang="en-US" sz="1400" dirty="0"/>
              <a:t>Vectorizer: </a:t>
            </a:r>
            <a:r>
              <a:rPr lang="en-US" sz="1400" b="1" dirty="0"/>
              <a:t>TF–IDF</a:t>
            </a:r>
            <a:r>
              <a:rPr lang="en-US" sz="1400" dirty="0"/>
              <a:t>, </a:t>
            </a:r>
            <a:r>
              <a:rPr lang="en-US" sz="1400" dirty="0" err="1"/>
              <a:t>max_features</a:t>
            </a:r>
            <a:r>
              <a:rPr lang="en-US" sz="1400" dirty="0"/>
              <a:t>=5000</a:t>
            </a:r>
          </a:p>
          <a:p>
            <a:r>
              <a:rPr lang="en-US" sz="1400" dirty="0"/>
              <a:t>Model: </a:t>
            </a:r>
            <a:r>
              <a:rPr lang="en-US" sz="1400" b="1" dirty="0"/>
              <a:t>Logistic Regression</a:t>
            </a:r>
            <a:r>
              <a:rPr lang="en-US" sz="1400" dirty="0"/>
              <a:t> (saga, 500 iterations)</a:t>
            </a:r>
          </a:p>
          <a:p>
            <a:r>
              <a:rPr lang="en-US" sz="1400" dirty="0"/>
              <a:t>Train-test split: </a:t>
            </a:r>
            <a:r>
              <a:rPr lang="en-US" sz="1400" b="1" dirty="0"/>
              <a:t>80/20</a:t>
            </a:r>
            <a:endParaRPr lang="en-US" sz="1400" dirty="0"/>
          </a:p>
          <a:p>
            <a:r>
              <a:rPr lang="en-US" sz="1400" dirty="0"/>
              <a:t>Pipeline auto-evaluates performance</a:t>
            </a:r>
          </a:p>
          <a:p>
            <a:r>
              <a:rPr lang="en-US" sz="1400" b="1" dirty="0"/>
              <a:t>4. Model Evaluation</a:t>
            </a:r>
          </a:p>
          <a:p>
            <a:r>
              <a:rPr lang="en-US" sz="1400" dirty="0"/>
              <a:t>Metrics: Accuracy, Precision, Recall, F1</a:t>
            </a:r>
          </a:p>
          <a:p>
            <a:r>
              <a:rPr lang="en-US" sz="1400" dirty="0"/>
              <a:t>Stores evaluation files in versioned folders</a:t>
            </a:r>
          </a:p>
          <a:p>
            <a:r>
              <a:rPr lang="en-US" sz="1400" dirty="0"/>
              <a:t>Saves phishing base-rate for comparison</a:t>
            </a:r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0111" y="32824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MLOps Workflow Stages (Continued)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39373" y="699515"/>
            <a:ext cx="8302283" cy="4516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  <a:buSzPct val="100000"/>
            </a:pP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761"/>
            <a:ext cx="7924800" cy="1396058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954506"/>
            <a:ext cx="7924800" cy="1680799"/>
          </a:xfrm>
          <a:prstGeom prst="rect">
            <a:avLst/>
          </a:prstGeom>
          <a:solidFill>
            <a:srgbClr val="E2E8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MLOps Tools Stack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41248" y="120648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41248" y="2882958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Containerization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20496" y="3326114"/>
            <a:ext cx="7461504" cy="1207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endParaRPr lang="en-US" sz="1200" dirty="0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18139E7D-CCBA-0604-9CE1-4FB86F0DC3E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87791" y="1513285"/>
            <a:ext cx="583527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/>
              <a:t>Git </a:t>
            </a:r>
            <a:r>
              <a:rPr lang="en-US" sz="1200" b="1"/>
              <a:t>+ GitHub</a:t>
            </a:r>
            <a:endParaRPr lang="en-US" sz="1200" b="1" dirty="0"/>
          </a:p>
          <a:p>
            <a:r>
              <a:rPr lang="en-US" sz="1200" dirty="0"/>
              <a:t>Tracks every change made to code and ML pipeline</a:t>
            </a:r>
          </a:p>
          <a:p>
            <a:r>
              <a:rPr lang="en-US" sz="1200" dirty="0"/>
              <a:t>Ensures full history, rollback, and collaboration</a:t>
            </a:r>
          </a:p>
          <a:p>
            <a:r>
              <a:rPr lang="en-US" sz="1200" dirty="0"/>
              <a:t>Stores model training scripts, data pipeline, and configs</a:t>
            </a:r>
          </a:p>
          <a:p>
            <a:r>
              <a:rPr lang="en-US" sz="1200" dirty="0"/>
              <a:t>Enables CI/CD triggers using GitHub Actions</a:t>
            </a:r>
          </a:p>
          <a:p>
            <a:r>
              <a:rPr lang="en-US" sz="1200" dirty="0"/>
              <a:t>Central place for code reviews and workflow automation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7440BC36-5551-D655-8229-EB5BA1B5A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206873"/>
            <a:ext cx="38100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/>
              <a:t>Docker</a:t>
            </a:r>
          </a:p>
          <a:p>
            <a:r>
              <a:rPr lang="en-US" sz="1200" dirty="0"/>
              <a:t>Packages the entire ML system with all dependencies</a:t>
            </a:r>
          </a:p>
          <a:p>
            <a:r>
              <a:rPr lang="en-US" sz="1200" dirty="0"/>
              <a:t>Guarantees consistent runtime across any machine</a:t>
            </a:r>
          </a:p>
          <a:p>
            <a:r>
              <a:rPr lang="en-US" sz="1200" dirty="0"/>
              <a:t>Supports deploying model as </a:t>
            </a:r>
            <a:r>
              <a:rPr lang="en-US" sz="1200" dirty="0" err="1"/>
              <a:t>FastAPI</a:t>
            </a:r>
            <a:r>
              <a:rPr lang="en-US" sz="1200" dirty="0"/>
              <a:t> service</a:t>
            </a:r>
          </a:p>
          <a:p>
            <a:r>
              <a:rPr lang="en-US" sz="1200" dirty="0"/>
              <a:t>Makes the pipeline reproducible and isolated</a:t>
            </a:r>
          </a:p>
          <a:p>
            <a:r>
              <a:rPr lang="en-US" sz="1200" dirty="0"/>
              <a:t>Helps scale API or batch jobs easily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761"/>
            <a:ext cx="7924800" cy="1295251"/>
          </a:xfrm>
          <a:prstGeom prst="rect">
            <a:avLst/>
          </a:prstGeom>
          <a:solidFill>
            <a:srgbClr val="F1F5F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21012"/>
            <a:ext cx="7924800" cy="1295251"/>
          </a:xfrm>
          <a:prstGeom prst="rect">
            <a:avLst/>
          </a:prstGeom>
          <a:solidFill>
            <a:srgbClr val="E2E8F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MLOps Tools Stack (Continued)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41248" y="1295326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1674959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/>
              <a:t>Prefect</a:t>
            </a:r>
          </a:p>
          <a:p>
            <a:r>
              <a:rPr lang="en-US" sz="1200" dirty="0"/>
              <a:t>– Automates retraining every X days</a:t>
            </a:r>
            <a:br>
              <a:rPr lang="en-US" sz="1200" dirty="0"/>
            </a:br>
            <a:r>
              <a:rPr lang="en-US" sz="1200" dirty="0"/>
              <a:t>– Monitors tasks &amp; sends alerts</a:t>
            </a:r>
            <a:br>
              <a:rPr lang="en-US" sz="1200" dirty="0"/>
            </a:br>
            <a:r>
              <a:rPr lang="en-US" sz="1200" dirty="0"/>
              <a:t>– Schedules batch email-fetch jobs</a:t>
            </a:r>
            <a:br>
              <a:rPr lang="en-US" sz="1200" dirty="0"/>
            </a:br>
            <a:r>
              <a:rPr lang="en-US" sz="1200" dirty="0"/>
              <a:t>– Pipeline-level observability</a:t>
            </a:r>
          </a:p>
          <a:p>
            <a:pPr marL="0" indent="0">
              <a:lnSpc>
                <a:spcPts val="2240"/>
              </a:lnSpc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613422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Tracking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2992157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 err="1"/>
              <a:t>MLflow</a:t>
            </a:r>
            <a:r>
              <a:rPr lang="en-US" sz="1200" b="1" dirty="0"/>
              <a:t> (Optional Future Scope)</a:t>
            </a:r>
          </a:p>
          <a:p>
            <a:r>
              <a:rPr lang="en-US" sz="1200" dirty="0"/>
              <a:t>– Tracks runs, parameters, metrics</a:t>
            </a:r>
            <a:br>
              <a:rPr lang="en-US" sz="1200" dirty="0"/>
            </a:br>
            <a:r>
              <a:rPr lang="en-US" sz="1200" dirty="0"/>
              <a:t>– Model comparison dashboard</a:t>
            </a:r>
            <a:br>
              <a:rPr lang="en-US" sz="1200" dirty="0"/>
            </a:br>
            <a:r>
              <a:rPr lang="en-US" sz="1200" dirty="0"/>
              <a:t>– Logging of artifacts (plots, confusion matrix)</a:t>
            </a:r>
            <a:br>
              <a:rPr lang="en-US" sz="1200" dirty="0"/>
            </a:br>
            <a:r>
              <a:rPr lang="en-US" sz="1200" dirty="0"/>
              <a:t>– Manage staging → production transitions</a:t>
            </a:r>
          </a:p>
          <a:p>
            <a:pPr marL="0" indent="0">
              <a:lnSpc>
                <a:spcPts val="224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4178" y="216996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 Ingestion &amp; Processing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75866" y="937608"/>
            <a:ext cx="8678779" cy="3620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/>
              <a:t>Data Sources</a:t>
            </a:r>
            <a:br>
              <a:rPr lang="en-US" sz="1400" dirty="0"/>
            </a:br>
            <a:r>
              <a:rPr lang="en-US" sz="1400" dirty="0"/>
              <a:t>– Gmail IMAP inbox</a:t>
            </a:r>
            <a:br>
              <a:rPr lang="en-US" sz="1400" dirty="0"/>
            </a:br>
            <a:r>
              <a:rPr lang="en-US" sz="1400" dirty="0"/>
              <a:t>– Public phishing datasets</a:t>
            </a:r>
            <a:br>
              <a:rPr lang="en-US" sz="1400" dirty="0"/>
            </a:br>
            <a:r>
              <a:rPr lang="en-US" sz="1400" dirty="0"/>
              <a:t>– Previously labeled emails</a:t>
            </a:r>
          </a:p>
          <a:p>
            <a:r>
              <a:rPr lang="en-US" sz="1400" b="1" dirty="0"/>
              <a:t>ETL Pipeline</a:t>
            </a:r>
            <a:br>
              <a:rPr lang="en-US" sz="1400" dirty="0"/>
            </a:br>
            <a:r>
              <a:rPr lang="en-US" sz="1400" dirty="0"/>
              <a:t>– Connect → Fetch → Parse → Clean → Store</a:t>
            </a:r>
            <a:br>
              <a:rPr lang="en-US" sz="1400" dirty="0"/>
            </a:br>
            <a:r>
              <a:rPr lang="en-US" sz="1400" dirty="0"/>
              <a:t>– Conversion into Pandas </a:t>
            </a:r>
            <a:r>
              <a:rPr lang="en-US" sz="1400" dirty="0" err="1"/>
              <a:t>DataFrames</a:t>
            </a:r>
            <a:br>
              <a:rPr lang="en-US" sz="1400" dirty="0"/>
            </a:br>
            <a:r>
              <a:rPr lang="en-US" sz="1400" dirty="0"/>
              <a:t>– Handling multi-part MIME messages</a:t>
            </a:r>
            <a:br>
              <a:rPr lang="en-US" sz="1400" dirty="0"/>
            </a:br>
            <a:r>
              <a:rPr lang="en-US" sz="1400" dirty="0"/>
              <a:t>– Deal with forwarded, encoded, and nested emails</a:t>
            </a:r>
          </a:p>
          <a:p>
            <a:r>
              <a:rPr lang="en-US" sz="1400" b="1" dirty="0"/>
              <a:t>Data Validation</a:t>
            </a:r>
            <a:br>
              <a:rPr lang="en-US" sz="1400" dirty="0"/>
            </a:br>
            <a:r>
              <a:rPr lang="en-US" sz="1400" dirty="0"/>
              <a:t>– Ensure subjects exist</a:t>
            </a:r>
            <a:br>
              <a:rPr lang="en-US" sz="1400" dirty="0"/>
            </a:br>
            <a:r>
              <a:rPr lang="en-US" sz="1400" dirty="0"/>
              <a:t>– Remove empty/duplicate emails</a:t>
            </a:r>
            <a:br>
              <a:rPr lang="en-US" sz="1400" dirty="0"/>
            </a:br>
            <a:r>
              <a:rPr lang="en-US" sz="1400" dirty="0"/>
              <a:t>– Length and quality checks</a:t>
            </a:r>
          </a:p>
          <a:p>
            <a:r>
              <a:rPr lang="en-US" sz="1400" b="1" dirty="0"/>
              <a:t>Storage</a:t>
            </a:r>
            <a:br>
              <a:rPr lang="en-US" sz="1400" dirty="0"/>
            </a:br>
            <a:r>
              <a:rPr lang="en-US" sz="1400" dirty="0"/>
              <a:t>– Local CSV logs</a:t>
            </a:r>
            <a:br>
              <a:rPr lang="en-US" sz="1400" dirty="0"/>
            </a:br>
            <a:r>
              <a:rPr lang="en-US" sz="1400" dirty="0"/>
              <a:t>– Artifact storage for retraining datasets</a:t>
            </a:r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Model Training &amp; Tracking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54131"/>
            <a:ext cx="8083296" cy="2745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/>
              <a:t>Training Environment</a:t>
            </a:r>
            <a:br>
              <a:rPr lang="en-US" sz="1400" dirty="0"/>
            </a:br>
            <a:r>
              <a:rPr lang="en-US" sz="1400" dirty="0"/>
              <a:t>– Scikit-learn ML pipeline</a:t>
            </a:r>
            <a:br>
              <a:rPr lang="en-US" sz="1400" dirty="0"/>
            </a:br>
            <a:r>
              <a:rPr lang="en-US" sz="1400" dirty="0"/>
              <a:t>– TF–IDF vectorizer</a:t>
            </a:r>
            <a:br>
              <a:rPr lang="en-US" sz="1400" dirty="0"/>
            </a:br>
            <a:r>
              <a:rPr lang="en-US" sz="1400" dirty="0"/>
              <a:t>– Logistic Regression with optimal C value</a:t>
            </a:r>
          </a:p>
          <a:p>
            <a:r>
              <a:rPr lang="en-US" sz="1400" b="1" dirty="0"/>
              <a:t>Experiment Tracking</a:t>
            </a:r>
            <a:br>
              <a:rPr lang="en-US" sz="1400" dirty="0"/>
            </a:br>
            <a:r>
              <a:rPr lang="en-US" sz="1400" dirty="0"/>
              <a:t>– Track different TF-IDF settings</a:t>
            </a:r>
            <a:br>
              <a:rPr lang="en-US" sz="1400" dirty="0"/>
            </a:br>
            <a:r>
              <a:rPr lang="en-US" sz="1400" dirty="0"/>
              <a:t>– Compare performance across datasets</a:t>
            </a:r>
          </a:p>
          <a:p>
            <a:r>
              <a:rPr lang="en-US" sz="1400" b="1" dirty="0"/>
              <a:t>Hyperparameter Tuning</a:t>
            </a:r>
            <a:br>
              <a:rPr lang="en-US" sz="1400" dirty="0"/>
            </a:br>
            <a:r>
              <a:rPr lang="en-US" sz="1400" dirty="0"/>
              <a:t>– Search depth &amp; model regularization</a:t>
            </a:r>
            <a:br>
              <a:rPr lang="en-US" sz="1400" dirty="0"/>
            </a:br>
            <a:r>
              <a:rPr lang="en-US" sz="1400" dirty="0"/>
              <a:t>– Optimize accuracy vs. recall (important for phishing)</a:t>
            </a:r>
          </a:p>
          <a:p>
            <a:r>
              <a:rPr lang="en-US" sz="1400" b="1" dirty="0"/>
              <a:t>Distributed Training (Future Scope)</a:t>
            </a:r>
            <a:br>
              <a:rPr lang="en-US" sz="1400" dirty="0"/>
            </a:br>
            <a:r>
              <a:rPr lang="en-US" sz="1400" dirty="0"/>
              <a:t>– Scaling for &gt;1M emails</a:t>
            </a:r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Model Registry &amp; Versioning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253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/>
              <a:t>Model Registry Functionalities</a:t>
            </a:r>
            <a:br>
              <a:rPr lang="en-US" sz="1400" dirty="0"/>
            </a:br>
            <a:r>
              <a:rPr lang="en-US" sz="1400" dirty="0"/>
              <a:t>– Maintain multiple model versions</a:t>
            </a:r>
            <a:br>
              <a:rPr lang="en-US" sz="1400" dirty="0"/>
            </a:br>
            <a:r>
              <a:rPr lang="en-US" sz="1400" dirty="0"/>
              <a:t>– Track vectorizer–model compatibility</a:t>
            </a:r>
            <a:br>
              <a:rPr lang="en-US" sz="1400" dirty="0"/>
            </a:br>
            <a:r>
              <a:rPr lang="en-US" sz="1400" dirty="0"/>
              <a:t>– Allow rollbacks to previous model</a:t>
            </a:r>
          </a:p>
          <a:p>
            <a:r>
              <a:rPr lang="en-US" sz="1400" b="1" dirty="0"/>
              <a:t>Metadata Tracking</a:t>
            </a:r>
            <a:br>
              <a:rPr lang="en-US" sz="1400" dirty="0"/>
            </a:br>
            <a:r>
              <a:rPr lang="en-US" sz="1400" dirty="0"/>
              <a:t>– Dataset version used</a:t>
            </a:r>
            <a:br>
              <a:rPr lang="en-US" sz="1400" dirty="0"/>
            </a:br>
            <a:r>
              <a:rPr lang="en-US" sz="1400" dirty="0"/>
              <a:t>– Training duration</a:t>
            </a:r>
            <a:br>
              <a:rPr lang="en-US" sz="1400" dirty="0"/>
            </a:br>
            <a:r>
              <a:rPr lang="en-US" sz="1400" dirty="0"/>
              <a:t>– Accuracy, F1-score, date of creation</a:t>
            </a:r>
          </a:p>
          <a:p>
            <a:r>
              <a:rPr lang="en-US" sz="1400" b="1" dirty="0"/>
              <a:t>Access Control (Future Scope)</a:t>
            </a:r>
            <a:br>
              <a:rPr lang="en-US" sz="1400" dirty="0"/>
            </a:br>
            <a:r>
              <a:rPr lang="en-US" sz="1400" dirty="0"/>
              <a:t>– Only authorized users can push new models</a:t>
            </a:r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On-Premise Deployment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92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/>
              <a:t>API Deployment</a:t>
            </a:r>
            <a:br>
              <a:rPr lang="en-US" sz="1400" dirty="0"/>
            </a:br>
            <a:r>
              <a:rPr lang="en-US" sz="1400" dirty="0"/>
              <a:t>– </a:t>
            </a:r>
            <a:r>
              <a:rPr lang="en-US" sz="1400" dirty="0" err="1"/>
              <a:t>FastAPI</a:t>
            </a:r>
            <a:r>
              <a:rPr lang="en-US" sz="1400" dirty="0"/>
              <a:t> endpoint: </a:t>
            </a:r>
            <a:r>
              <a:rPr lang="en-US" dirty="0"/>
              <a:t>/predict</a:t>
            </a:r>
            <a:br>
              <a:rPr lang="en-US" sz="1400" dirty="0"/>
            </a:br>
            <a:r>
              <a:rPr lang="en-US" sz="1400" dirty="0"/>
              <a:t>– JSON input → TF-IDF transform → prediction→ confidence score</a:t>
            </a:r>
            <a:br>
              <a:rPr lang="en-US" sz="1400" dirty="0"/>
            </a:br>
            <a:r>
              <a:rPr lang="en-US" sz="1400" dirty="0"/>
              <a:t>– Asynchronous request handling</a:t>
            </a:r>
          </a:p>
          <a:p>
            <a:r>
              <a:rPr lang="en-US" sz="1400" b="1" dirty="0" err="1"/>
              <a:t>Streamlit</a:t>
            </a:r>
            <a:r>
              <a:rPr lang="en-US" sz="1400" b="1" dirty="0"/>
              <a:t> UI Deployment</a:t>
            </a:r>
            <a:br>
              <a:rPr lang="en-US" sz="1400" dirty="0"/>
            </a:br>
            <a:r>
              <a:rPr lang="en-US" sz="1400" dirty="0"/>
              <a:t>– Single-click “Fetch &amp; Predict Emails”</a:t>
            </a:r>
            <a:br>
              <a:rPr lang="en-US" sz="1400" dirty="0"/>
            </a:br>
            <a:r>
              <a:rPr lang="en-US" sz="1400" dirty="0"/>
              <a:t>– Displays table of all predictions</a:t>
            </a:r>
            <a:br>
              <a:rPr lang="en-US" sz="1400" dirty="0"/>
            </a:br>
            <a:r>
              <a:rPr lang="en-US" sz="1400" dirty="0"/>
              <a:t>– CSV download of results</a:t>
            </a:r>
            <a:br>
              <a:rPr lang="en-US" sz="1400" dirty="0"/>
            </a:br>
            <a:r>
              <a:rPr lang="en-US" sz="1400" dirty="0"/>
              <a:t>– Auto-refresh option (future)</a:t>
            </a:r>
          </a:p>
          <a:p>
            <a:r>
              <a:rPr lang="en-US" sz="1400" b="1" dirty="0"/>
              <a:t>Local &amp; On-Prem Deployment</a:t>
            </a:r>
            <a:br>
              <a:rPr lang="en-US" sz="1400" dirty="0"/>
            </a:br>
            <a:r>
              <a:rPr lang="en-US" sz="1400" dirty="0"/>
              <a:t>– Run using Python environment</a:t>
            </a:r>
            <a:br>
              <a:rPr lang="en-US" sz="1400" dirty="0"/>
            </a:br>
            <a:r>
              <a:rPr lang="en-US" sz="1400" dirty="0"/>
              <a:t>– Minimal system requirements</a:t>
            </a:r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99" y="609600"/>
            <a:ext cx="838809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Cloud Deployment (AWS/Azure/GCP/Salesforce)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5117" y="1249561"/>
            <a:ext cx="8572578" cy="2969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/>
              <a:t>Container Registry</a:t>
            </a:r>
            <a:br>
              <a:rPr lang="en-US" sz="1400" dirty="0"/>
            </a:br>
            <a:r>
              <a:rPr lang="en-US" sz="1400" dirty="0"/>
              <a:t>– Push Docker image to cloud registry</a:t>
            </a:r>
            <a:br>
              <a:rPr lang="en-US" sz="1400" dirty="0"/>
            </a:br>
            <a:r>
              <a:rPr lang="en-US" sz="1400" dirty="0"/>
              <a:t>– Automated image scanning</a:t>
            </a:r>
          </a:p>
          <a:p>
            <a:r>
              <a:rPr lang="en-US" sz="1400" b="1" dirty="0"/>
              <a:t>Managed Kubernetes (Future)</a:t>
            </a:r>
            <a:br>
              <a:rPr lang="en-US" sz="1400" dirty="0"/>
            </a:br>
            <a:r>
              <a:rPr lang="en-US" sz="1400" dirty="0"/>
              <a:t>– Deploy email detector at scale</a:t>
            </a:r>
            <a:br>
              <a:rPr lang="en-US" sz="1400" dirty="0"/>
            </a:br>
            <a:r>
              <a:rPr lang="en-US" sz="1400" dirty="0"/>
              <a:t>– Auto-healing, auto-scaling</a:t>
            </a:r>
          </a:p>
          <a:p>
            <a:r>
              <a:rPr lang="en-US" sz="1400" b="1" dirty="0"/>
              <a:t>Monitoring on Cloud</a:t>
            </a:r>
            <a:br>
              <a:rPr lang="en-US" sz="1400" dirty="0"/>
            </a:br>
            <a:r>
              <a:rPr lang="en-US" sz="1400" dirty="0"/>
              <a:t>– Email flow rate</a:t>
            </a:r>
            <a:br>
              <a:rPr lang="en-US" sz="1400" dirty="0"/>
            </a:br>
            <a:r>
              <a:rPr lang="en-US" sz="1400" dirty="0"/>
              <a:t>– Prediction latency</a:t>
            </a:r>
            <a:br>
              <a:rPr lang="en-US" sz="1400" dirty="0"/>
            </a:br>
            <a:r>
              <a:rPr lang="en-US" sz="1400" dirty="0"/>
              <a:t>– Failure events</a:t>
            </a:r>
          </a:p>
          <a:p>
            <a:r>
              <a:rPr lang="en-US" sz="1400" b="1" dirty="0"/>
              <a:t>Dashboards</a:t>
            </a:r>
            <a:br>
              <a:rPr lang="en-US" sz="1400" dirty="0"/>
            </a:br>
            <a:r>
              <a:rPr lang="en-US" sz="1400" dirty="0"/>
              <a:t>– Grafana + Prometheus for rich visualization</a:t>
            </a:r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CI/CD Pipeline with GitHub Actions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696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/>
              <a:t>Pipeline Flow</a:t>
            </a:r>
            <a:endParaRPr lang="en-US" sz="1400" dirty="0"/>
          </a:p>
          <a:p>
            <a:r>
              <a:rPr lang="en-US" sz="1400" dirty="0"/>
              <a:t>Developer commits updated ML code</a:t>
            </a:r>
          </a:p>
          <a:p>
            <a:r>
              <a:rPr lang="en-US" sz="1400" dirty="0"/>
              <a:t>GitHub Actions triggers</a:t>
            </a:r>
          </a:p>
          <a:p>
            <a:r>
              <a:rPr lang="en-US" sz="1400" dirty="0"/>
              <a:t>Run unit tests + preprocessing tests</a:t>
            </a:r>
          </a:p>
          <a:p>
            <a:r>
              <a:rPr lang="en-US" sz="1400" dirty="0"/>
              <a:t>Train &amp; validate model</a:t>
            </a:r>
          </a:p>
          <a:p>
            <a:r>
              <a:rPr lang="en-US" sz="1400" dirty="0"/>
              <a:t>Save new model version</a:t>
            </a:r>
          </a:p>
          <a:p>
            <a:r>
              <a:rPr lang="en-US" sz="1400" dirty="0"/>
              <a:t>Auto-deploy API if model &gt; old model</a:t>
            </a:r>
          </a:p>
          <a:p>
            <a:r>
              <a:rPr lang="en-US" sz="1400" dirty="0"/>
              <a:t>Prefect schedules next retraining</a:t>
            </a:r>
          </a:p>
          <a:p>
            <a:r>
              <a:rPr lang="en-US" sz="1400" b="1" dirty="0"/>
              <a:t>Pipeline Ensures:</a:t>
            </a:r>
            <a:br>
              <a:rPr lang="en-US" sz="1400" dirty="0"/>
            </a:br>
            <a:r>
              <a:rPr lang="en-US" sz="1400" dirty="0"/>
              <a:t>– Always latest model running</a:t>
            </a:r>
            <a:br>
              <a:rPr lang="en-US" sz="1400" dirty="0"/>
            </a:br>
            <a:r>
              <a:rPr lang="en-US" sz="1400" dirty="0"/>
              <a:t>– No breaking changes</a:t>
            </a:r>
            <a:br>
              <a:rPr lang="en-US" sz="1400" dirty="0"/>
            </a:br>
            <a:r>
              <a:rPr lang="en-US" sz="1400" dirty="0"/>
              <a:t>– Automated </a:t>
            </a:r>
            <a:r>
              <a:rPr lang="en-US" sz="1400" dirty="0" err="1"/>
              <a:t>MLOps</a:t>
            </a:r>
            <a:r>
              <a:rPr lang="en-US" sz="1400" dirty="0"/>
              <a:t> end-to-end</a:t>
            </a:r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Model Serving &amp; Inference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935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/>
              <a:t>Model Serving Patterns:</a:t>
            </a:r>
            <a:br>
              <a:rPr lang="en-US" sz="1400" dirty="0"/>
            </a:br>
            <a:r>
              <a:rPr lang="en-US" sz="1400" dirty="0"/>
              <a:t>– Real-time detection when button clicked</a:t>
            </a:r>
            <a:br>
              <a:rPr lang="en-US" sz="1400" dirty="0"/>
            </a:br>
            <a:r>
              <a:rPr lang="en-US" sz="1400" dirty="0"/>
              <a:t>– Batch mode every 30 minutes</a:t>
            </a:r>
            <a:br>
              <a:rPr lang="en-US" sz="1400" dirty="0"/>
            </a:br>
            <a:r>
              <a:rPr lang="en-US" sz="1400" dirty="0"/>
              <a:t>– API mode for integration with other apps</a:t>
            </a:r>
          </a:p>
          <a:p>
            <a:r>
              <a:rPr lang="en-US" sz="1400" b="1" dirty="0"/>
              <a:t>Caching (Future)</a:t>
            </a:r>
            <a:br>
              <a:rPr lang="en-US" sz="1400" dirty="0"/>
            </a:br>
            <a:r>
              <a:rPr lang="en-US" sz="1400" dirty="0"/>
              <a:t>– Reduce repeated computations</a:t>
            </a:r>
          </a:p>
          <a:p>
            <a:r>
              <a:rPr lang="en-US" sz="1400" b="1" dirty="0"/>
              <a:t>Security</a:t>
            </a:r>
            <a:br>
              <a:rPr lang="en-US" sz="1400" dirty="0"/>
            </a:br>
            <a:r>
              <a:rPr lang="en-US" sz="1400" dirty="0"/>
              <a:t>– Protect API with API keys</a:t>
            </a:r>
            <a:br>
              <a:rPr lang="en-US" sz="1400" dirty="0"/>
            </a:br>
            <a:r>
              <a:rPr lang="en-US" sz="1400" dirty="0"/>
              <a:t>– Secure IMAP authentication via </a:t>
            </a:r>
            <a:r>
              <a:rPr lang="en-US" dirty="0"/>
              <a:t>.env</a:t>
            </a:r>
            <a:endParaRPr lang="en-US" sz="1400" dirty="0"/>
          </a:p>
          <a:p>
            <a:r>
              <a:rPr lang="en-US" sz="1400" b="1" dirty="0"/>
              <a:t>Serving Tools</a:t>
            </a:r>
            <a:br>
              <a:rPr lang="en-US" sz="1400" dirty="0"/>
            </a:br>
            <a:r>
              <a:rPr lang="en-US" sz="1400" dirty="0"/>
              <a:t>– </a:t>
            </a:r>
            <a:r>
              <a:rPr lang="en-US" sz="1400" dirty="0" err="1"/>
              <a:t>FastAPI</a:t>
            </a:r>
            <a:br>
              <a:rPr lang="en-US" sz="1400" dirty="0"/>
            </a:br>
            <a:r>
              <a:rPr lang="en-US" sz="1400" dirty="0"/>
              <a:t>– </a:t>
            </a:r>
            <a:r>
              <a:rPr lang="en-US" sz="1400" dirty="0" err="1"/>
              <a:t>Uvicorn</a:t>
            </a:r>
            <a:r>
              <a:rPr lang="en-US" sz="1400" dirty="0"/>
              <a:t> server</a:t>
            </a:r>
            <a:br>
              <a:rPr lang="en-US" sz="1400" dirty="0"/>
            </a:br>
            <a:r>
              <a:rPr lang="en-US" sz="1400" dirty="0"/>
              <a:t>– </a:t>
            </a:r>
            <a:r>
              <a:rPr lang="en-US" sz="1400" dirty="0" err="1"/>
              <a:t>Streamlit</a:t>
            </a:r>
            <a:r>
              <a:rPr lang="en-US" sz="1400" dirty="0"/>
              <a:t> UI</a:t>
            </a:r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Monitoring &amp; Observability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942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/>
              <a:t>Performance Monitoring</a:t>
            </a:r>
            <a:br>
              <a:rPr lang="en-US" sz="1400" dirty="0"/>
            </a:br>
            <a:r>
              <a:rPr lang="en-US" sz="1400" dirty="0"/>
              <a:t>– Response time</a:t>
            </a:r>
            <a:br>
              <a:rPr lang="en-US" sz="1400" dirty="0"/>
            </a:br>
            <a:r>
              <a:rPr lang="en-US" sz="1400" dirty="0"/>
              <a:t>– Request count</a:t>
            </a:r>
            <a:br>
              <a:rPr lang="en-US" sz="1400" dirty="0"/>
            </a:br>
            <a:r>
              <a:rPr lang="en-US" sz="1400" dirty="0"/>
              <a:t>– Error rates</a:t>
            </a:r>
          </a:p>
          <a:p>
            <a:r>
              <a:rPr lang="en-US" sz="1400" b="1" dirty="0"/>
              <a:t>Model Monitoring</a:t>
            </a:r>
            <a:br>
              <a:rPr lang="en-US" sz="1400" dirty="0"/>
            </a:br>
            <a:r>
              <a:rPr lang="en-US" sz="1400" dirty="0"/>
              <a:t>– Track phishing word drift</a:t>
            </a:r>
            <a:br>
              <a:rPr lang="en-US" sz="1400" dirty="0"/>
            </a:br>
            <a:r>
              <a:rPr lang="en-US" sz="1400" dirty="0"/>
              <a:t>– Detect suspicious patterns (new phishing templates)</a:t>
            </a:r>
          </a:p>
          <a:p>
            <a:r>
              <a:rPr lang="en-US" sz="1400" b="1" dirty="0"/>
              <a:t>Alerting System</a:t>
            </a:r>
            <a:br>
              <a:rPr lang="en-US" sz="1400" dirty="0"/>
            </a:br>
            <a:r>
              <a:rPr lang="en-US" sz="1400" dirty="0"/>
              <a:t>– Notify when accuracy drops</a:t>
            </a:r>
            <a:br>
              <a:rPr lang="en-US" sz="1400" dirty="0"/>
            </a:br>
            <a:r>
              <a:rPr lang="en-US" sz="1400" dirty="0"/>
              <a:t>– Notify when prediction count spikes</a:t>
            </a:r>
          </a:p>
          <a:p>
            <a:r>
              <a:rPr lang="en-US" sz="1400" b="1" dirty="0"/>
              <a:t>Log Storage</a:t>
            </a:r>
            <a:br>
              <a:rPr lang="en-US" sz="1400" dirty="0"/>
            </a:br>
            <a:r>
              <a:rPr lang="en-US" sz="1400" dirty="0"/>
              <a:t>– CSV logs</a:t>
            </a:r>
            <a:br>
              <a:rPr lang="en-US" sz="1400" dirty="0"/>
            </a:br>
            <a:r>
              <a:rPr lang="en-US" sz="1400" dirty="0"/>
              <a:t>– Daily archives</a:t>
            </a:r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57184"/>
            <a:ext cx="7924800" cy="2262932"/>
          </a:xfrm>
          <a:prstGeom prst="rect">
            <a:avLst/>
          </a:prstGeom>
          <a:solidFill>
            <a:srgbClr val="F8FAF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8239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MLOps Workflow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63524" y="1106072"/>
            <a:ext cx="7616952" cy="2995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</a:pP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43000" y="1843832"/>
            <a:ext cx="7162800" cy="1440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A3DB32-2EC0-58BC-C484-3ACB417D9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162" y="727591"/>
            <a:ext cx="2811780" cy="42176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3528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Implementation Guide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91773" y="100637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  <a:buSzPct val="100000"/>
            </a:pPr>
            <a:r>
              <a:rPr lang="en-US" sz="1400" dirty="0"/>
              <a:t>– Start with parsing raw emails</a:t>
            </a:r>
            <a:br>
              <a:rPr lang="en-US" sz="1400" dirty="0"/>
            </a:br>
            <a:r>
              <a:rPr lang="en-US" sz="1400" dirty="0"/>
              <a:t>– Build a clean labeled dataset</a:t>
            </a:r>
            <a:br>
              <a:rPr lang="en-US" sz="1400" dirty="0"/>
            </a:br>
            <a:r>
              <a:rPr lang="en-US" sz="1400" dirty="0"/>
              <a:t>– Implement TF-IDF + Logistic Regression baseline</a:t>
            </a:r>
            <a:br>
              <a:rPr lang="en-US" sz="1400" dirty="0"/>
            </a:br>
            <a:r>
              <a:rPr lang="en-US" sz="1400" dirty="0"/>
              <a:t>– Evaluate over multiple datasets</a:t>
            </a:r>
            <a:br>
              <a:rPr lang="en-US" sz="1400" dirty="0"/>
            </a:br>
            <a:r>
              <a:rPr lang="en-US" sz="1400" dirty="0"/>
              <a:t>– Set up </a:t>
            </a:r>
            <a:r>
              <a:rPr lang="en-US" sz="1400" dirty="0" err="1"/>
              <a:t>FastAPI</a:t>
            </a:r>
            <a:r>
              <a:rPr lang="en-US" sz="1400" dirty="0"/>
              <a:t> + </a:t>
            </a:r>
            <a:r>
              <a:rPr lang="en-US" sz="1400" dirty="0" err="1"/>
              <a:t>Streamlit</a:t>
            </a:r>
            <a:br>
              <a:rPr lang="en-US" sz="1400" dirty="0"/>
            </a:br>
            <a:r>
              <a:rPr lang="en-US" sz="1400" dirty="0"/>
              <a:t>– Integrate Prefect scheduler</a:t>
            </a:r>
            <a:br>
              <a:rPr lang="en-US" sz="1400" dirty="0"/>
            </a:br>
            <a:r>
              <a:rPr lang="en-US" sz="1400" dirty="0"/>
              <a:t>– Add logging &amp; monitoring</a:t>
            </a:r>
            <a:br>
              <a:rPr lang="en-US" sz="1400" dirty="0"/>
            </a:br>
            <a:r>
              <a:rPr lang="en-US" sz="1400" dirty="0"/>
              <a:t>– Containerize with Docker (future)</a:t>
            </a:r>
            <a:br>
              <a:rPr lang="en-US" sz="1400" dirty="0"/>
            </a:br>
            <a:r>
              <a:rPr lang="en-US" sz="1400" dirty="0"/>
              <a:t>– Deploy on cloud or local server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</a:pPr>
            <a:r>
              <a:rPr lang="en-US" sz="2800" dirty="0">
                <a:solidFill>
                  <a:schemeClr val="accent1"/>
                </a:solidFill>
              </a:rPr>
              <a:t>Results &amp; Evaluation</a:t>
            </a:r>
            <a:endParaRPr lang="en-US" sz="2700" dirty="0">
              <a:solidFill>
                <a:schemeClr val="accent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/>
              <a:t>Performance Metrics:</a:t>
            </a:r>
            <a:br>
              <a:rPr lang="en-US" sz="1400" dirty="0"/>
            </a:br>
            <a:r>
              <a:rPr lang="en-US" sz="1400" dirty="0"/>
              <a:t>– High accuracy in differentiating phishing vs legit emails</a:t>
            </a:r>
            <a:br>
              <a:rPr lang="en-US" sz="1400" dirty="0"/>
            </a:br>
            <a:r>
              <a:rPr lang="en-US" sz="1400" dirty="0"/>
              <a:t>– Excellent recall (important to catch as many phishing emails as possible)</a:t>
            </a:r>
            <a:br>
              <a:rPr lang="en-US" sz="1400" dirty="0"/>
            </a:br>
            <a:r>
              <a:rPr lang="en-US" sz="1400" dirty="0"/>
              <a:t>– Low false positives (reduces unnecessary warnings)</a:t>
            </a:r>
          </a:p>
          <a:p>
            <a:r>
              <a:rPr lang="en-US" sz="1400" b="1" dirty="0"/>
              <a:t>Visualization (Optional):</a:t>
            </a:r>
            <a:br>
              <a:rPr lang="en-US" sz="1400" dirty="0"/>
            </a:br>
            <a:r>
              <a:rPr lang="en-US" sz="1400" dirty="0"/>
              <a:t>– Confusion matrix</a:t>
            </a:r>
            <a:br>
              <a:rPr lang="en-US" sz="1400" dirty="0"/>
            </a:br>
            <a:r>
              <a:rPr lang="en-US" sz="1400" dirty="0"/>
              <a:t>– Precision–Recall curve</a:t>
            </a:r>
            <a:br>
              <a:rPr lang="en-US" sz="1400" dirty="0"/>
            </a:br>
            <a:r>
              <a:rPr lang="en-US" sz="1400" dirty="0"/>
              <a:t>– Feature importance words</a:t>
            </a:r>
          </a:p>
          <a:p>
            <a:r>
              <a:rPr lang="en-US" sz="1400" b="1" dirty="0"/>
              <a:t>Real-Time Tests:</a:t>
            </a:r>
            <a:br>
              <a:rPr lang="en-US" sz="1400" dirty="0"/>
            </a:br>
            <a:r>
              <a:rPr lang="en-US" sz="1400" dirty="0"/>
              <a:t>– Successfully detected live phishing patterns</a:t>
            </a:r>
            <a:br>
              <a:rPr lang="en-US" sz="1400" dirty="0"/>
            </a:br>
            <a:r>
              <a:rPr lang="en-US" sz="1400" dirty="0"/>
              <a:t>– Performed consistently across emails with mixed content</a:t>
            </a:r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3140" y="704676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</a:pPr>
            <a:r>
              <a:rPr lang="en-US" sz="3200" dirty="0">
                <a:solidFill>
                  <a:schemeClr val="accent1"/>
                </a:solidFill>
              </a:rPr>
              <a:t>Conclusion </a:t>
            </a:r>
          </a:p>
        </p:txBody>
      </p:sp>
      <p:sp>
        <p:nvSpPr>
          <p:cNvPr id="3" name="Text 1"/>
          <p:cNvSpPr/>
          <p:nvPr/>
        </p:nvSpPr>
        <p:spPr>
          <a:xfrm>
            <a:off x="874788" y="1545849"/>
            <a:ext cx="7620000" cy="2051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</a:pPr>
            <a:r>
              <a:rPr lang="en-US" sz="1400" dirty="0"/>
              <a:t>This project delivers an automated, reliable, and adaptive email security solution.</a:t>
            </a:r>
            <a:br>
              <a:rPr lang="en-US" sz="1400" dirty="0"/>
            </a:br>
            <a:r>
              <a:rPr lang="en-US" sz="1400" dirty="0"/>
              <a:t>With NLP-based feature extraction and Logistic Regression, the system efficiently classifies phishing attempts.</a:t>
            </a:r>
          </a:p>
          <a:p>
            <a:pPr>
              <a:buSzPct val="100000"/>
            </a:pPr>
            <a:br>
              <a:rPr lang="en-US" sz="1400" dirty="0"/>
            </a:br>
            <a:r>
              <a:rPr lang="en-US" sz="1400" dirty="0"/>
              <a:t>Its </a:t>
            </a:r>
            <a:r>
              <a:rPr lang="en-US" sz="1400" dirty="0" err="1"/>
              <a:t>MLOps</a:t>
            </a:r>
            <a:r>
              <a:rPr lang="en-US" sz="1400" dirty="0"/>
              <a:t> pipeline ensures continuous monitoring, retraining, and scalability.</a:t>
            </a:r>
            <a:br>
              <a:rPr lang="en-US" sz="1400" dirty="0"/>
            </a:br>
            <a:r>
              <a:rPr lang="en-US" sz="1400" dirty="0"/>
              <a:t>The project demonstrates a practical cybersecurity tool ready for real-world integration and future upgrades.</a:t>
            </a:r>
            <a:endParaRPr lang="en-US" sz="1350" b="1" dirty="0">
              <a:solidFill>
                <a:srgbClr val="47556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1383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A0FCC1-7625-F994-59C4-14830CD20087}"/>
              </a:ext>
            </a:extLst>
          </p:cNvPr>
          <p:cNvSpPr txBox="1"/>
          <p:nvPr/>
        </p:nvSpPr>
        <p:spPr>
          <a:xfrm>
            <a:off x="630919" y="211016"/>
            <a:ext cx="41218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References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5CA9A98-51D7-70AE-4C8A-2489620FD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324" y="824062"/>
            <a:ext cx="741580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Bird, S., Klein, E., &amp; Loper, E. (2009).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Natural Language Processing with Python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O’Reilly Media.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Salton, G., &amp; McGill, M. J. (1983).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to Modern Information Retrieval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McGraw-Hill. (TF–IDF)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Hosmer, D. W.,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Lemeshow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S., &amp; Sturdivant, R. X. (2013).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Logistic Regression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(3rd ed.). Wiley.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Jain, A., Gupta, B., &amp; Kumar, A. (2021).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“Machine Learning Approaches for Phishing Email Detection.”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International Journal of Computer Applications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174(19), 1–9.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Symantec Corporation. (2020).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 Threat Report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Broadcom.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Rasool, T., &amp; Shakir, M. (2020).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“Detection of Phishing Emails Using Machine Learning.”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Journal of Information Security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11(2), 61–69.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Maimon, D., &amp; Fisher, A. (2021).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“Cybercrime Trends and Prevention Techniques.”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Cybersecurity Journal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6(3).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Software Foundation. (2023).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 — An email and MIME handling package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https://docs.python.org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IMAP Protocol RFC 3501.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(2003).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Internet Message Access Protocol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IETF.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Pedregosa, F., et al. (2011).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“Scikit-learn: Machine Learning in Python.”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Journal of Machine Learning Research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12, 2825–2830.</a:t>
            </a:r>
          </a:p>
        </p:txBody>
      </p:sp>
    </p:spTree>
    <p:extLst>
      <p:ext uri="{BB962C8B-B14F-4D97-AF65-F5344CB8AC3E}">
        <p14:creationId xmlns:p14="http://schemas.microsoft.com/office/powerpoint/2010/main" val="351826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14" y="1866900"/>
            <a:ext cx="249597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545954" y="2644080"/>
            <a:ext cx="20519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008034" y="3648717"/>
            <a:ext cx="312778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these concepts to your MLOps projects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1376</Words>
  <Application>Microsoft Office PowerPoint</Application>
  <PresentationFormat>On-screen Show (16:9)</PresentationFormat>
  <Paragraphs>136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AMAR H M</cp:lastModifiedBy>
  <cp:revision>14</cp:revision>
  <dcterms:created xsi:type="dcterms:W3CDTF">2025-11-21T10:17:02Z</dcterms:created>
  <dcterms:modified xsi:type="dcterms:W3CDTF">2025-12-06T07:23:39Z</dcterms:modified>
</cp:coreProperties>
</file>