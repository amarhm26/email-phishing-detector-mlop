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6" r:id="rId14"/>
    <p:sldId id="271" r:id="rId15"/>
    <p:sldId id="272" r:id="rId16"/>
    <p:sldId id="274" r:id="rId17"/>
    <p:sldId id="275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43CE4-2F84-4B7B-9D7A-678BFAFAFF53}" v="33" dt="2025-12-06T07:23:19.809"/>
    <p1510:client id="{44FBAACF-83C5-44F1-8AAA-53B606BF075F}" v="9" dt="2025-12-06T12:26:11.373"/>
    <p1510:client id="{49E4400E-6F26-4141-B56A-889FCBE6E8C0}" v="52" dt="2025-12-06T08:04:30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23AM1001 AMAR H M" userId="1b62c5d7accce612" providerId="LiveId" clId="{424FD0AF-3276-4E21-AE94-4B74DDD25169}"/>
    <pc:docChg chg="undo custSel delSld modSld">
      <pc:chgData name="ENG23AM1001 AMAR H M" userId="1b62c5d7accce612" providerId="LiveId" clId="{424FD0AF-3276-4E21-AE94-4B74DDD25169}" dt="2025-12-05T10:09:53.863" v="379" actId="20577"/>
      <pc:docMkLst>
        <pc:docMk/>
      </pc:docMkLst>
      <pc:sldChg chg="modSp mod">
        <pc:chgData name="ENG23AM1001 AMAR H M" userId="1b62c5d7accce612" providerId="LiveId" clId="{424FD0AF-3276-4E21-AE94-4B74DDD25169}" dt="2025-12-05T10:09:53.863" v="379" actId="20577"/>
        <pc:sldMkLst>
          <pc:docMk/>
          <pc:sldMk cId="0" sldId="256"/>
        </pc:sldMkLst>
        <pc:spChg chg="mod">
          <ac:chgData name="ENG23AM1001 AMAR H M" userId="1b62c5d7accce612" providerId="LiveId" clId="{424FD0AF-3276-4E21-AE94-4B74DDD25169}" dt="2025-12-05T10:09:39.453" v="37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9:53.863" v="37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9:43.606" v="378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38:08.680" v="12" actId="1076"/>
        <pc:sldMkLst>
          <pc:docMk/>
          <pc:sldMk cId="0" sldId="257"/>
        </pc:sldMkLst>
        <pc:spChg chg="mod">
          <ac:chgData name="ENG23AM1001 AMAR H M" userId="1b62c5d7accce612" providerId="LiveId" clId="{424FD0AF-3276-4E21-AE94-4B74DDD25169}" dt="2025-12-05T09:38:08.680" v="1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38:04.791" v="1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38:27.949" v="15" actId="14100"/>
        <pc:sldMkLst>
          <pc:docMk/>
          <pc:sldMk cId="0" sldId="258"/>
        </pc:sldMkLst>
        <pc:spChg chg="mod">
          <ac:chgData name="ENG23AM1001 AMAR H M" userId="1b62c5d7accce612" providerId="LiveId" clId="{424FD0AF-3276-4E21-AE94-4B74DDD25169}" dt="2025-12-05T09:38:27.949" v="15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0:30.525" v="26" actId="1076"/>
        <pc:sldMkLst>
          <pc:docMk/>
          <pc:sldMk cId="0" sldId="259"/>
        </pc:sldMkLst>
        <pc:spChg chg="mod">
          <ac:chgData name="ENG23AM1001 AMAR H M" userId="1b62c5d7accce612" providerId="LiveId" clId="{424FD0AF-3276-4E21-AE94-4B74DDD25169}" dt="2025-12-05T09:39:31.005" v="1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39:35.760" v="2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39:39.755" v="21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0:26.305" v="2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0:30.525" v="26" actId="1076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1:26.121" v="36" actId="1076"/>
        <pc:sldMkLst>
          <pc:docMk/>
          <pc:sldMk cId="0" sldId="260"/>
        </pc:sldMkLst>
        <pc:spChg chg="mod">
          <ac:chgData name="ENG23AM1001 AMAR H M" userId="1b62c5d7accce612" providerId="LiveId" clId="{424FD0AF-3276-4E21-AE94-4B74DDD25169}" dt="2025-12-05T09:40:49.129" v="29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0:52.185" v="3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1:07.185" v="3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1:26.121" v="36" actId="1076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3:20.484" v="57" actId="1076"/>
        <pc:sldMkLst>
          <pc:docMk/>
          <pc:sldMk cId="0" sldId="261"/>
        </pc:sldMkLst>
        <pc:spChg chg="mod">
          <ac:chgData name="ENG23AM1001 AMAR H M" userId="1b62c5d7accce612" providerId="LiveId" clId="{424FD0AF-3276-4E21-AE94-4B74DDD25169}" dt="2025-12-05T09:42:04.415" v="40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3:20.484" v="57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3:32.255" v="58" actId="20577"/>
        <pc:sldMkLst>
          <pc:docMk/>
          <pc:sldMk cId="0" sldId="262"/>
        </pc:sldMkLst>
        <pc:spChg chg="mod">
          <ac:chgData name="ENG23AM1001 AMAR H M" userId="1b62c5d7accce612" providerId="LiveId" clId="{424FD0AF-3276-4E21-AE94-4B74DDD25169}" dt="2025-12-05T09:43:32.255" v="58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3:59.715" v="61" actId="14100"/>
        <pc:sldMkLst>
          <pc:docMk/>
          <pc:sldMk cId="0" sldId="263"/>
        </pc:sldMkLst>
        <pc:spChg chg="mod">
          <ac:chgData name="ENG23AM1001 AMAR H M" userId="1b62c5d7accce612" providerId="LiveId" clId="{424FD0AF-3276-4E21-AE94-4B74DDD25169}" dt="2025-12-05T09:43:59.715" v="61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4:20.554" v="64" actId="14100"/>
        <pc:sldMkLst>
          <pc:docMk/>
          <pc:sldMk cId="0" sldId="264"/>
        </pc:sldMkLst>
        <pc:spChg chg="mod">
          <ac:chgData name="ENG23AM1001 AMAR H M" userId="1b62c5d7accce612" providerId="LiveId" clId="{424FD0AF-3276-4E21-AE94-4B74DDD25169}" dt="2025-12-05T09:44:20.554" v="64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4:41.365" v="68"/>
        <pc:sldMkLst>
          <pc:docMk/>
          <pc:sldMk cId="0" sldId="265"/>
        </pc:sldMkLst>
        <pc:spChg chg="mod">
          <ac:chgData name="ENG23AM1001 AMAR H M" userId="1b62c5d7accce612" providerId="LiveId" clId="{424FD0AF-3276-4E21-AE94-4B74DDD25169}" dt="2025-12-05T09:44:41.365" v="68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5:02.755" v="71" actId="14100"/>
        <pc:sldMkLst>
          <pc:docMk/>
          <pc:sldMk cId="0" sldId="266"/>
        </pc:sldMkLst>
        <pc:spChg chg="mod">
          <ac:chgData name="ENG23AM1001 AMAR H M" userId="1b62c5d7accce612" providerId="LiveId" clId="{424FD0AF-3276-4E21-AE94-4B74DDD25169}" dt="2025-12-05T09:45:02.755" v="71" actId="14100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5:44.885" v="74" actId="14100"/>
        <pc:sldMkLst>
          <pc:docMk/>
          <pc:sldMk cId="0" sldId="267"/>
        </pc:sldMkLst>
        <pc:spChg chg="mod">
          <ac:chgData name="ENG23AM1001 AMAR H M" userId="1b62c5d7accce612" providerId="LiveId" clId="{424FD0AF-3276-4E21-AE94-4B74DDD25169}" dt="2025-12-05T09:45:44.885" v="74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6:05.961" v="77" actId="14100"/>
        <pc:sldMkLst>
          <pc:docMk/>
          <pc:sldMk cId="0" sldId="268"/>
        </pc:sldMkLst>
        <pc:spChg chg="mod">
          <ac:chgData name="ENG23AM1001 AMAR H M" userId="1b62c5d7accce612" providerId="LiveId" clId="{424FD0AF-3276-4E21-AE94-4B74DDD25169}" dt="2025-12-05T09:46:05.961" v="77" actId="14100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">
        <pc:chgData name="ENG23AM1001 AMAR H M" userId="1b62c5d7accce612" providerId="LiveId" clId="{424FD0AF-3276-4E21-AE94-4B74DDD25169}" dt="2025-12-05T10:02:06.362" v="174" actId="1076"/>
        <pc:sldMkLst>
          <pc:docMk/>
          <pc:sldMk cId="0" sldId="269"/>
        </pc:sldMkLst>
        <pc:spChg chg="mod">
          <ac:chgData name="ENG23AM1001 AMAR H M" userId="1b62c5d7accce612" providerId="LiveId" clId="{424FD0AF-3276-4E21-AE94-4B74DDD25169}" dt="2025-12-05T09:46:54.125" v="83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1:59.520" v="171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7:36.925" v="85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6:34.787" v="78" actId="20577"/>
          <ac:spMkLst>
            <pc:docMk/>
            <pc:sldMk cId="0" sldId="269"/>
            <ac:spMk id="5" creationId="{00000000-0000-0000-0000-000000000000}"/>
          </ac:spMkLst>
        </pc:spChg>
        <pc:spChg chg="add del mod">
          <ac:chgData name="ENG23AM1001 AMAR H M" userId="1b62c5d7accce612" providerId="LiveId" clId="{424FD0AF-3276-4E21-AE94-4B74DDD25169}" dt="2025-12-05T10:01:15.774" v="167" actId="478"/>
          <ac:spMkLst>
            <pc:docMk/>
            <pc:sldMk cId="0" sldId="269"/>
            <ac:spMk id="8" creationId="{ADB2A3E8-5727-8E83-1F4B-E6F25F4D0ECB}"/>
          </ac:spMkLst>
        </pc:spChg>
        <pc:picChg chg="add del mod">
          <ac:chgData name="ENG23AM1001 AMAR H M" userId="1b62c5d7accce612" providerId="LiveId" clId="{424FD0AF-3276-4E21-AE94-4B74DDD25169}" dt="2025-12-05T10:00:32.102" v="164" actId="478"/>
          <ac:picMkLst>
            <pc:docMk/>
            <pc:sldMk cId="0" sldId="269"/>
            <ac:picMk id="7" creationId="{FD92E429-4C8A-2D37-DCF7-C2E878B1DD10}"/>
          </ac:picMkLst>
        </pc:picChg>
        <pc:picChg chg="add mod">
          <ac:chgData name="ENG23AM1001 AMAR H M" userId="1b62c5d7accce612" providerId="LiveId" clId="{424FD0AF-3276-4E21-AE94-4B74DDD25169}" dt="2025-12-05T10:02:06.362" v="174" actId="1076"/>
          <ac:picMkLst>
            <pc:docMk/>
            <pc:sldMk cId="0" sldId="269"/>
            <ac:picMk id="10" creationId="{D5A3DB32-2EC0-58BC-C484-3ACB417D9761}"/>
          </ac:picMkLst>
        </pc:picChg>
      </pc:sldChg>
      <pc:sldChg chg="modSp del mod">
        <pc:chgData name="ENG23AM1001 AMAR H M" userId="1b62c5d7accce612" providerId="LiveId" clId="{424FD0AF-3276-4E21-AE94-4B74DDD25169}" dt="2025-12-05T09:49:30.635" v="94" actId="47"/>
        <pc:sldMkLst>
          <pc:docMk/>
          <pc:sldMk cId="0" sldId="270"/>
        </pc:sldMkLst>
        <pc:spChg chg="mod">
          <ac:chgData name="ENG23AM1001 AMAR H M" userId="1b62c5d7accce612" providerId="LiveId" clId="{424FD0AF-3276-4E21-AE94-4B74DDD25169}" dt="2025-12-05T09:48:44.925" v="90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8:47.218" v="91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9:57.825" v="99" actId="5793"/>
        <pc:sldMkLst>
          <pc:docMk/>
          <pc:sldMk cId="0" sldId="271"/>
        </pc:sldMkLst>
        <pc:spChg chg="mod">
          <ac:chgData name="ENG23AM1001 AMAR H M" userId="1b62c5d7accce612" providerId="LiveId" clId="{424FD0AF-3276-4E21-AE94-4B74DDD25169}" dt="2025-12-05T09:49:50.295" v="97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9:57.825" v="99" actId="5793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10:03:54.938" v="179" actId="207"/>
        <pc:sldMkLst>
          <pc:docMk/>
          <pc:sldMk cId="0" sldId="272"/>
        </pc:sldMkLst>
        <pc:spChg chg="mod">
          <ac:chgData name="ENG23AM1001 AMAR H M" userId="1b62c5d7accce612" providerId="LiveId" clId="{424FD0AF-3276-4E21-AE94-4B74DDD25169}" dt="2025-12-05T10:03:54.938" v="179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50:29.100" v="103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10:03:51.510" v="178" actId="207"/>
        <pc:sldMkLst>
          <pc:docMk/>
          <pc:sldMk cId="131383827" sldId="274"/>
        </pc:sldMkLst>
        <pc:spChg chg="mod">
          <ac:chgData name="ENG23AM1001 AMAR H M" userId="1b62c5d7accce612" providerId="LiveId" clId="{424FD0AF-3276-4E21-AE94-4B74DDD25169}" dt="2025-12-05T10:03:51.510" v="178" actId="207"/>
          <ac:spMkLst>
            <pc:docMk/>
            <pc:sldMk cId="131383827" sldId="274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3:42.622" v="175" actId="1076"/>
          <ac:spMkLst>
            <pc:docMk/>
            <pc:sldMk cId="131383827" sldId="274"/>
            <ac:spMk id="3" creationId="{00000000-0000-0000-0000-000000000000}"/>
          </ac:spMkLst>
        </pc:spChg>
      </pc:sldChg>
      <pc:sldChg chg="addSp delSp modSp mod">
        <pc:chgData name="ENG23AM1001 AMAR H M" userId="1b62c5d7accce612" providerId="LiveId" clId="{424FD0AF-3276-4E21-AE94-4B74DDD25169}" dt="2025-12-05T10:05:56.573" v="180" actId="207"/>
        <pc:sldMkLst>
          <pc:docMk/>
          <pc:sldMk cId="351826074" sldId="275"/>
        </pc:sldMkLst>
        <pc:spChg chg="add del mod">
          <ac:chgData name="ENG23AM1001 AMAR H M" userId="1b62c5d7accce612" providerId="LiveId" clId="{424FD0AF-3276-4E21-AE94-4B74DDD25169}" dt="2025-12-05T09:54:30.945" v="139" actId="478"/>
          <ac:spMkLst>
            <pc:docMk/>
            <pc:sldMk cId="351826074" sldId="275"/>
            <ac:spMk id="2" creationId="{00000000-0000-0000-0000-000000000000}"/>
          </ac:spMkLst>
        </pc:spChg>
        <pc:spChg chg="add del mod">
          <ac:chgData name="ENG23AM1001 AMAR H M" userId="1b62c5d7accce612" providerId="LiveId" clId="{424FD0AF-3276-4E21-AE94-4B74DDD25169}" dt="2025-12-05T09:54:30.945" v="139" actId="478"/>
          <ac:spMkLst>
            <pc:docMk/>
            <pc:sldMk cId="351826074" sldId="275"/>
            <ac:spMk id="3" creationId="{00000000-0000-0000-0000-000000000000}"/>
          </ac:spMkLst>
        </pc:spChg>
        <pc:spChg chg="add del mod">
          <ac:chgData name="ENG23AM1001 AMAR H M" userId="1b62c5d7accce612" providerId="LiveId" clId="{424FD0AF-3276-4E21-AE94-4B74DDD25169}" dt="2025-12-05T09:54:30.945" v="139" actId="478"/>
          <ac:spMkLst>
            <pc:docMk/>
            <pc:sldMk cId="351826074" sldId="275"/>
            <ac:spMk id="4" creationId="{90320B9B-C6EA-40CA-BDC5-64188AD89530}"/>
          </ac:spMkLst>
        </pc:spChg>
        <pc:spChg chg="add mod">
          <ac:chgData name="ENG23AM1001 AMAR H M" userId="1b62c5d7accce612" providerId="LiveId" clId="{424FD0AF-3276-4E21-AE94-4B74DDD25169}" dt="2025-12-05T10:05:56.573" v="180" actId="207"/>
          <ac:spMkLst>
            <pc:docMk/>
            <pc:sldMk cId="351826074" sldId="275"/>
            <ac:spMk id="5" creationId="{78A0FCC1-7625-F994-59C4-14830CD20087}"/>
          </ac:spMkLst>
        </pc:spChg>
        <pc:spChg chg="add">
          <ac:chgData name="ENG23AM1001 AMAR H M" userId="1b62c5d7accce612" providerId="LiveId" clId="{424FD0AF-3276-4E21-AE94-4B74DDD25169}" dt="2025-12-05T09:54:51.315" v="141"/>
          <ac:spMkLst>
            <pc:docMk/>
            <pc:sldMk cId="351826074" sldId="275"/>
            <ac:spMk id="6" creationId="{94DCD06E-FB88-938D-A19D-64109D41EC21}"/>
          </ac:spMkLst>
        </pc:spChg>
        <pc:spChg chg="add mod">
          <ac:chgData name="ENG23AM1001 AMAR H M" userId="1b62c5d7accce612" providerId="LiveId" clId="{424FD0AF-3276-4E21-AE94-4B74DDD25169}" dt="2025-12-05T09:56:45.859" v="160" actId="14100"/>
          <ac:spMkLst>
            <pc:docMk/>
            <pc:sldMk cId="351826074" sldId="275"/>
            <ac:spMk id="7" creationId="{55CA9A98-51D7-70AE-4C8A-2489620FD93C}"/>
          </ac:spMkLst>
        </pc:spChg>
      </pc:sldChg>
    </pc:docChg>
  </pc:docChgLst>
  <pc:docChgLst>
    <pc:chgData name="AMAR H M" userId="1b62c5d7accce612" providerId="LiveId" clId="{424FD0AF-3276-4E21-AE94-4B74DDD25169}"/>
    <pc:docChg chg="undo custSel addSld delSld modSld">
      <pc:chgData name="AMAR H M" userId="1b62c5d7accce612" providerId="LiveId" clId="{424FD0AF-3276-4E21-AE94-4B74DDD25169}" dt="2025-12-06T12:27:24.241" v="500" actId="20577"/>
      <pc:docMkLst>
        <pc:docMk/>
      </pc:docMkLst>
      <pc:sldChg chg="delSp modSp mod">
        <pc:chgData name="AMAR H M" userId="1b62c5d7accce612" providerId="LiveId" clId="{424FD0AF-3276-4E21-AE94-4B74DDD25169}" dt="2025-12-06T12:27:24.241" v="500" actId="20577"/>
        <pc:sldMkLst>
          <pc:docMk/>
          <pc:sldMk cId="0" sldId="256"/>
        </pc:sldMkLst>
        <pc:spChg chg="del">
          <ac:chgData name="AMAR H M" userId="1b62c5d7accce612" providerId="LiveId" clId="{424FD0AF-3276-4E21-AE94-4B74DDD25169}" dt="2025-12-06T12:27:19.746" v="499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MAR H M" userId="1b62c5d7accce612" providerId="LiveId" clId="{424FD0AF-3276-4E21-AE94-4B74DDD25169}" dt="2025-12-06T12:27:24.241" v="500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AMAR H M" userId="1b62c5d7accce612" providerId="LiveId" clId="{424FD0AF-3276-4E21-AE94-4B74DDD25169}" dt="2025-12-06T07:48:30.716" v="195" actId="1076"/>
        <pc:sldMkLst>
          <pc:docMk/>
          <pc:sldMk cId="0" sldId="257"/>
        </pc:sldMkLst>
        <pc:spChg chg="mod">
          <ac:chgData name="AMAR H M" userId="1b62c5d7accce612" providerId="LiveId" clId="{424FD0AF-3276-4E21-AE94-4B74DDD25169}" dt="2025-12-06T07:19:25.349" v="17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47:55.534" v="181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AMAR H M" userId="1b62c5d7accce612" providerId="LiveId" clId="{424FD0AF-3276-4E21-AE94-4B74DDD25169}" dt="2025-12-06T07:48:30.716" v="195" actId="1076"/>
          <ac:spMkLst>
            <pc:docMk/>
            <pc:sldMk cId="0" sldId="257"/>
            <ac:spMk id="4" creationId="{EF15F8E2-7E73-55F3-80FA-96DF08A9E371}"/>
          </ac:spMkLst>
        </pc:spChg>
      </pc:sldChg>
      <pc:sldChg chg="modSp del mod">
        <pc:chgData name="AMAR H M" userId="1b62c5d7accce612" providerId="LiveId" clId="{424FD0AF-3276-4E21-AE94-4B74DDD25169}" dt="2025-12-06T07:48:34.543" v="196" actId="47"/>
        <pc:sldMkLst>
          <pc:docMk/>
          <pc:sldMk cId="0" sldId="258"/>
        </pc:sldMkLst>
        <pc:spChg chg="mod">
          <ac:chgData name="AMAR H M" userId="1b62c5d7accce612" providerId="LiveId" clId="{424FD0AF-3276-4E21-AE94-4B74DDD25169}" dt="2025-12-06T06:50:04.792" v="51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23:30.855" v="180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AMAR H M" userId="1b62c5d7accce612" providerId="LiveId" clId="{424FD0AF-3276-4E21-AE94-4B74DDD25169}" dt="2025-12-06T07:50:12.897" v="224" actId="1076"/>
        <pc:sldMkLst>
          <pc:docMk/>
          <pc:sldMk cId="0" sldId="259"/>
        </pc:sldMkLst>
        <pc:spChg chg="del mod">
          <ac:chgData name="AMAR H M" userId="1b62c5d7accce612" providerId="LiveId" clId="{424FD0AF-3276-4E21-AE94-4B74DDD25169}" dt="2025-12-06T07:49:02.419" v="197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AMAR H M" userId="1b62c5d7accce612" providerId="LiveId" clId="{424FD0AF-3276-4E21-AE94-4B74DDD25169}" dt="2025-12-06T07:49:13.544" v="204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AMAR H M" userId="1b62c5d7accce612" providerId="LiveId" clId="{424FD0AF-3276-4E21-AE94-4B74DDD25169}" dt="2025-12-06T07:50:10.032" v="223" actId="1076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AMAR H M" userId="1b62c5d7accce612" providerId="LiveId" clId="{424FD0AF-3276-4E21-AE94-4B74DDD25169}" dt="2025-12-06T07:49:08.505" v="200" actId="478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AMAR H M" userId="1b62c5d7accce612" providerId="LiveId" clId="{424FD0AF-3276-4E21-AE94-4B74DDD25169}" dt="2025-12-06T07:00:46.888" v="112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AMAR H M" userId="1b62c5d7accce612" providerId="LiveId" clId="{424FD0AF-3276-4E21-AE94-4B74DDD25169}" dt="2025-12-06T07:49:16.894" v="207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AMAR H M" userId="1b62c5d7accce612" providerId="LiveId" clId="{424FD0AF-3276-4E21-AE94-4B74DDD25169}" dt="2025-12-06T07:01:44.218" v="122" actId="14100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AMAR H M" userId="1b62c5d7accce612" providerId="LiveId" clId="{424FD0AF-3276-4E21-AE94-4B74DDD25169}" dt="2025-12-06T07:50:12.897" v="224" actId="1076"/>
          <ac:spMkLst>
            <pc:docMk/>
            <pc:sldMk cId="0" sldId="259"/>
            <ac:spMk id="9" creationId="{472B4355-C3CF-9F96-2158-64D99B924396}"/>
          </ac:spMkLst>
        </pc:spChg>
        <pc:spChg chg="add">
          <ac:chgData name="AMAR H M" userId="1b62c5d7accce612" providerId="LiveId" clId="{424FD0AF-3276-4E21-AE94-4B74DDD25169}" dt="2025-12-06T06:58:10.914" v="86"/>
          <ac:spMkLst>
            <pc:docMk/>
            <pc:sldMk cId="0" sldId="259"/>
            <ac:spMk id="9" creationId="{79FEC3AE-AAB3-BD0D-042D-71CBD90CA4CB}"/>
          </ac:spMkLst>
        </pc:spChg>
        <pc:spChg chg="add">
          <ac:chgData name="AMAR H M" userId="1b62c5d7accce612" providerId="LiveId" clId="{424FD0AF-3276-4E21-AE94-4B74DDD25169}" dt="2025-12-06T06:58:16.226" v="87"/>
          <ac:spMkLst>
            <pc:docMk/>
            <pc:sldMk cId="0" sldId="259"/>
            <ac:spMk id="10" creationId="{9B9A2012-4C3D-7C10-E95F-743389164A9C}"/>
          </ac:spMkLst>
        </pc:spChg>
        <pc:spChg chg="add">
          <ac:chgData name="AMAR H M" userId="1b62c5d7accce612" providerId="LiveId" clId="{424FD0AF-3276-4E21-AE94-4B74DDD25169}" dt="2025-12-06T06:58:26.473" v="88"/>
          <ac:spMkLst>
            <pc:docMk/>
            <pc:sldMk cId="0" sldId="259"/>
            <ac:spMk id="11" creationId="{451581B6-DD65-36E4-66D6-BA9B2B581DC2}"/>
          </ac:spMkLst>
        </pc:spChg>
        <pc:spChg chg="add del mod">
          <ac:chgData name="AMAR H M" userId="1b62c5d7accce612" providerId="LiveId" clId="{424FD0AF-3276-4E21-AE94-4B74DDD25169}" dt="2025-12-06T07:49:08.505" v="202"/>
          <ac:spMkLst>
            <pc:docMk/>
            <pc:sldMk cId="0" sldId="259"/>
            <ac:spMk id="12" creationId="{18139E7D-CCBA-0604-9CE1-4FB86F0DC3E0}"/>
          </ac:spMkLst>
        </pc:spChg>
        <pc:spChg chg="add del mod">
          <ac:chgData name="AMAR H M" userId="1b62c5d7accce612" providerId="LiveId" clId="{424FD0AF-3276-4E21-AE94-4B74DDD25169}" dt="2025-12-06T07:06:49.548" v="136" actId="478"/>
          <ac:spMkLst>
            <pc:docMk/>
            <pc:sldMk cId="0" sldId="259"/>
            <ac:spMk id="13" creationId="{59A9EC91-818D-CA58-6373-BD261C015B7D}"/>
          </ac:spMkLst>
        </pc:spChg>
        <pc:spChg chg="add del mod">
          <ac:chgData name="AMAR H M" userId="1b62c5d7accce612" providerId="LiveId" clId="{424FD0AF-3276-4E21-AE94-4B74DDD25169}" dt="2025-12-06T07:49:13.557" v="206"/>
          <ac:spMkLst>
            <pc:docMk/>
            <pc:sldMk cId="0" sldId="259"/>
            <ac:spMk id="14" creationId="{7440BC36-5551-D655-8229-EB5BA1B5A593}"/>
          </ac:spMkLst>
        </pc:spChg>
        <pc:spChg chg="add del mod">
          <ac:chgData name="AMAR H M" userId="1b62c5d7accce612" providerId="LiveId" clId="{424FD0AF-3276-4E21-AE94-4B74DDD25169}" dt="2025-12-06T07:07:12.647" v="143" actId="478"/>
          <ac:spMkLst>
            <pc:docMk/>
            <pc:sldMk cId="0" sldId="259"/>
            <ac:spMk id="16" creationId="{59F4E2FD-F722-0B81-D73B-DAB418F568CF}"/>
          </ac:spMkLst>
        </pc:spChg>
      </pc:sldChg>
      <pc:sldChg chg="delSp modSp del mod">
        <pc:chgData name="AMAR H M" userId="1b62c5d7accce612" providerId="LiveId" clId="{424FD0AF-3276-4E21-AE94-4B74DDD25169}" dt="2025-12-06T07:50:16.487" v="225" actId="47"/>
        <pc:sldMkLst>
          <pc:docMk/>
          <pc:sldMk cId="0" sldId="260"/>
        </pc:sldMkLst>
        <pc:spChg chg="del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AMAR H M" userId="1b62c5d7accce612" providerId="LiveId" clId="{424FD0AF-3276-4E21-AE94-4B74DDD25169}" dt="2025-12-06T07:49:26.793" v="209" actId="478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0:51.431" v="231" actId="12"/>
        <pc:sldMkLst>
          <pc:docMk/>
          <pc:sldMk cId="0" sldId="261"/>
        </pc:sldMkLst>
        <pc:spChg chg="mod">
          <ac:chgData name="AMAR H M" userId="1b62c5d7accce612" providerId="LiveId" clId="{424FD0AF-3276-4E21-AE94-4B74DDD25169}" dt="2025-12-06T07:50:51.431" v="231" actId="12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1:54.527" v="243" actId="1076"/>
        <pc:sldMkLst>
          <pc:docMk/>
          <pc:sldMk cId="0" sldId="262"/>
        </pc:sldMkLst>
        <pc:spChg chg="mod">
          <ac:chgData name="AMAR H M" userId="1b62c5d7accce612" providerId="LiveId" clId="{424FD0AF-3276-4E21-AE94-4B74DDD25169}" dt="2025-12-06T07:51:51.929" v="242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51:54.527" v="243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2:57.174" v="255" actId="1076"/>
        <pc:sldMkLst>
          <pc:docMk/>
          <pc:sldMk cId="0" sldId="263"/>
        </pc:sldMkLst>
        <pc:spChg chg="mod">
          <ac:chgData name="AMAR H M" userId="1b62c5d7accce612" providerId="LiveId" clId="{424FD0AF-3276-4E21-AE94-4B74DDD25169}" dt="2025-12-06T07:52:53.639" v="254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52:57.174" v="255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3:49.320" v="265" actId="1076"/>
        <pc:sldMkLst>
          <pc:docMk/>
          <pc:sldMk cId="0" sldId="264"/>
        </pc:sldMkLst>
        <pc:spChg chg="mod">
          <ac:chgData name="AMAR H M" userId="1b62c5d7accce612" providerId="LiveId" clId="{424FD0AF-3276-4E21-AE94-4B74DDD25169}" dt="2025-12-06T07:53:46.886" v="26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53:49.320" v="265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5:01.931" v="275" actId="1076"/>
        <pc:sldMkLst>
          <pc:docMk/>
          <pc:sldMk cId="0" sldId="265"/>
        </pc:sldMkLst>
        <pc:spChg chg="mod">
          <ac:chgData name="AMAR H M" userId="1b62c5d7accce612" providerId="LiveId" clId="{424FD0AF-3276-4E21-AE94-4B74DDD25169}" dt="2025-12-06T07:54:59.141" v="274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55:01.931" v="275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6:36.776" v="295" actId="1076"/>
        <pc:sldMkLst>
          <pc:docMk/>
          <pc:sldMk cId="0" sldId="266"/>
        </pc:sldMkLst>
        <pc:spChg chg="mod">
          <ac:chgData name="AMAR H M" userId="1b62c5d7accce612" providerId="LiveId" clId="{424FD0AF-3276-4E21-AE94-4B74DDD25169}" dt="2025-12-06T07:55:38.071" v="280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56:36.776" v="295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7:35.391" v="304" actId="1076"/>
        <pc:sldMkLst>
          <pc:docMk/>
          <pc:sldMk cId="0" sldId="267"/>
        </pc:sldMkLst>
        <pc:spChg chg="mod">
          <ac:chgData name="AMAR H M" userId="1b62c5d7accce612" providerId="LiveId" clId="{424FD0AF-3276-4E21-AE94-4B74DDD25169}" dt="2025-12-06T07:57:32.245" v="303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57:35.391" v="304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58:35.266" v="310" actId="20577"/>
        <pc:sldMkLst>
          <pc:docMk/>
          <pc:sldMk cId="0" sldId="268"/>
        </pc:sldMkLst>
        <pc:spChg chg="mod">
          <ac:chgData name="AMAR H M" userId="1b62c5d7accce612" providerId="LiveId" clId="{424FD0AF-3276-4E21-AE94-4B74DDD25169}" dt="2025-12-06T07:58:35.266" v="310" actId="20577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">
        <pc:chgData name="AMAR H M" userId="1b62c5d7accce612" providerId="LiveId" clId="{424FD0AF-3276-4E21-AE94-4B74DDD25169}" dt="2025-12-06T12:25:00.484" v="405" actId="1076"/>
        <pc:sldMkLst>
          <pc:docMk/>
          <pc:sldMk cId="0" sldId="269"/>
        </pc:sldMkLst>
        <pc:spChg chg="del">
          <ac:chgData name="AMAR H M" userId="1b62c5d7accce612" providerId="LiveId" clId="{424FD0AF-3276-4E21-AE94-4B74DDD25169}" dt="2025-12-06T07:59:32.030" v="324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12:24:57.445" v="404" actId="1076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AMAR H M" userId="1b62c5d7accce612" providerId="LiveId" clId="{424FD0AF-3276-4E21-AE94-4B74DDD25169}" dt="2025-12-06T12:25:00.484" v="405" actId="1076"/>
          <ac:spMkLst>
            <pc:docMk/>
            <pc:sldMk cId="0" sldId="269"/>
            <ac:spMk id="6" creationId="{05592654-E635-99CD-2355-8AFE1BE32AB6}"/>
          </ac:spMkLst>
        </pc:spChg>
        <pc:picChg chg="del">
          <ac:chgData name="AMAR H M" userId="1b62c5d7accce612" providerId="LiveId" clId="{424FD0AF-3276-4E21-AE94-4B74DDD25169}" dt="2025-12-06T07:58:47.877" v="311" actId="478"/>
          <ac:picMkLst>
            <pc:docMk/>
            <pc:sldMk cId="0" sldId="269"/>
            <ac:picMk id="10" creationId="{D5A3DB32-2EC0-58BC-C484-3ACB417D9761}"/>
          </ac:picMkLst>
        </pc:picChg>
      </pc:sldChg>
      <pc:sldChg chg="addSp delSp modSp mod">
        <pc:chgData name="AMAR H M" userId="1b62c5d7accce612" providerId="LiveId" clId="{424FD0AF-3276-4E21-AE94-4B74DDD25169}" dt="2025-12-06T08:01:55.502" v="360" actId="1076"/>
        <pc:sldMkLst>
          <pc:docMk/>
          <pc:sldMk cId="0" sldId="271"/>
        </pc:sldMkLst>
        <pc:spChg chg="mod">
          <ac:chgData name="AMAR H M" userId="1b62c5d7accce612" providerId="LiveId" clId="{424FD0AF-3276-4E21-AE94-4B74DDD25169}" dt="2025-12-06T08:01:51.703" v="359" actId="1076"/>
          <ac:spMkLst>
            <pc:docMk/>
            <pc:sldMk cId="0" sldId="271"/>
            <ac:spMk id="2" creationId="{00000000-0000-0000-0000-000000000000}"/>
          </ac:spMkLst>
        </pc:spChg>
        <pc:spChg chg="add del mod">
          <ac:chgData name="AMAR H M" userId="1b62c5d7accce612" providerId="LiveId" clId="{424FD0AF-3276-4E21-AE94-4B74DDD25169}" dt="2025-12-06T08:00:48.996" v="335" actId="478"/>
          <ac:spMkLst>
            <pc:docMk/>
            <pc:sldMk cId="0" sldId="271"/>
            <ac:spMk id="3" creationId="{00000000-0000-0000-0000-000000000000}"/>
          </ac:spMkLst>
        </pc:spChg>
        <pc:spChg chg="add del mod">
          <ac:chgData name="AMAR H M" userId="1b62c5d7accce612" providerId="LiveId" clId="{424FD0AF-3276-4E21-AE94-4B74DDD25169}" dt="2025-12-06T08:01:55.502" v="360" actId="1076"/>
          <ac:spMkLst>
            <pc:docMk/>
            <pc:sldMk cId="0" sldId="271"/>
            <ac:spMk id="4" creationId="{A33E485D-5FB9-C031-0BDB-C168F0093C2F}"/>
          </ac:spMkLst>
        </pc:spChg>
      </pc:sldChg>
      <pc:sldChg chg="modSp mod">
        <pc:chgData name="AMAR H M" userId="1b62c5d7accce612" providerId="LiveId" clId="{424FD0AF-3276-4E21-AE94-4B74DDD25169}" dt="2025-12-06T08:02:27.252" v="365" actId="20577"/>
        <pc:sldMkLst>
          <pc:docMk/>
          <pc:sldMk cId="0" sldId="272"/>
        </pc:sldMkLst>
        <pc:spChg chg="mod">
          <ac:chgData name="AMAR H M" userId="1b62c5d7accce612" providerId="LiveId" clId="{424FD0AF-3276-4E21-AE94-4B74DDD25169}" dt="2025-12-06T08:02:27.252" v="365" actId="20577"/>
          <ac:spMkLst>
            <pc:docMk/>
            <pc:sldMk cId="0" sldId="272"/>
            <ac:spMk id="3" creationId="{00000000-0000-0000-0000-000000000000}"/>
          </ac:spMkLst>
        </pc:spChg>
      </pc:sldChg>
      <pc:sldChg chg="delSp mod">
        <pc:chgData name="AMAR H M" userId="1b62c5d7accce612" providerId="LiveId" clId="{424FD0AF-3276-4E21-AE94-4B74DDD25169}" dt="2025-12-06T08:05:39.787" v="400" actId="478"/>
        <pc:sldMkLst>
          <pc:docMk/>
          <pc:sldMk cId="0" sldId="273"/>
        </pc:sldMkLst>
        <pc:spChg chg="del">
          <ac:chgData name="AMAR H M" userId="1b62c5d7accce612" providerId="LiveId" clId="{424FD0AF-3276-4E21-AE94-4B74DDD25169}" dt="2025-12-06T08:05:39.787" v="400" actId="478"/>
          <ac:spMkLst>
            <pc:docMk/>
            <pc:sldMk cId="0" sldId="273"/>
            <ac:spMk id="4" creationId="{00000000-0000-0000-0000-000000000000}"/>
          </ac:spMkLst>
        </pc:spChg>
      </pc:sldChg>
      <pc:sldChg chg="addSp modSp mod">
        <pc:chgData name="AMAR H M" userId="1b62c5d7accce612" providerId="LiveId" clId="{424FD0AF-3276-4E21-AE94-4B74DDD25169}" dt="2025-12-06T08:05:19.448" v="399" actId="123"/>
        <pc:sldMkLst>
          <pc:docMk/>
          <pc:sldMk cId="131383827" sldId="274"/>
        </pc:sldMkLst>
        <pc:spChg chg="mod">
          <ac:chgData name="AMAR H M" userId="1b62c5d7accce612" providerId="LiveId" clId="{424FD0AF-3276-4E21-AE94-4B74DDD25169}" dt="2025-12-06T08:04:01.266" v="380" actId="1076"/>
          <ac:spMkLst>
            <pc:docMk/>
            <pc:sldMk cId="131383827" sldId="274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8:02:46.367" v="366" actId="20577"/>
          <ac:spMkLst>
            <pc:docMk/>
            <pc:sldMk cId="131383827" sldId="274"/>
            <ac:spMk id="3" creationId="{00000000-0000-0000-0000-000000000000}"/>
          </ac:spMkLst>
        </pc:spChg>
        <pc:spChg chg="add">
          <ac:chgData name="AMAR H M" userId="1b62c5d7accce612" providerId="LiveId" clId="{424FD0AF-3276-4E21-AE94-4B74DDD25169}" dt="2025-12-06T08:02:46.862" v="367"/>
          <ac:spMkLst>
            <pc:docMk/>
            <pc:sldMk cId="131383827" sldId="274"/>
            <ac:spMk id="4" creationId="{B61A0D47-1B36-C8D6-5D1A-D9BC93461A37}"/>
          </ac:spMkLst>
        </pc:spChg>
        <pc:spChg chg="add mod">
          <ac:chgData name="AMAR H M" userId="1b62c5d7accce612" providerId="LiveId" clId="{424FD0AF-3276-4E21-AE94-4B74DDD25169}" dt="2025-12-06T08:05:19.448" v="399" actId="123"/>
          <ac:spMkLst>
            <pc:docMk/>
            <pc:sldMk cId="131383827" sldId="274"/>
            <ac:spMk id="5" creationId="{60378493-2822-FB3B-FAB3-A894FC42E928}"/>
          </ac:spMkLst>
        </pc:spChg>
      </pc:sldChg>
      <pc:sldChg chg="addSp delSp modSp new mod">
        <pc:chgData name="AMAR H M" userId="1b62c5d7accce612" providerId="LiveId" clId="{424FD0AF-3276-4E21-AE94-4B74DDD25169}" dt="2025-12-06T12:26:20.600" v="419" actId="1076"/>
        <pc:sldMkLst>
          <pc:docMk/>
          <pc:sldMk cId="1553278624" sldId="276"/>
        </pc:sldMkLst>
        <pc:spChg chg="add del mod">
          <ac:chgData name="AMAR H M" userId="1b62c5d7accce612" providerId="LiveId" clId="{424FD0AF-3276-4E21-AE94-4B74DDD25169}" dt="2025-12-06T12:25:09.283" v="409" actId="478"/>
          <ac:spMkLst>
            <pc:docMk/>
            <pc:sldMk cId="1553278624" sldId="276"/>
            <ac:spMk id="2" creationId="{A2BEDB29-8B31-7FFB-7393-1537261698C3}"/>
          </ac:spMkLst>
        </pc:spChg>
        <pc:spChg chg="add del">
          <ac:chgData name="AMAR H M" userId="1b62c5d7accce612" providerId="LiveId" clId="{424FD0AF-3276-4E21-AE94-4B74DDD25169}" dt="2025-12-06T12:25:26.805" v="411" actId="478"/>
          <ac:spMkLst>
            <pc:docMk/>
            <pc:sldMk cId="1553278624" sldId="276"/>
            <ac:spMk id="3" creationId="{5AC418A6-AD08-5E2A-C34D-2D8D242702E4}"/>
          </ac:spMkLst>
        </pc:spChg>
        <pc:spChg chg="add mod">
          <ac:chgData name="AMAR H M" userId="1b62c5d7accce612" providerId="LiveId" clId="{424FD0AF-3276-4E21-AE94-4B74DDD25169}" dt="2025-12-06T12:25:40.282" v="415" actId="1076"/>
          <ac:spMkLst>
            <pc:docMk/>
            <pc:sldMk cId="1553278624" sldId="276"/>
            <ac:spMk id="5" creationId="{E6A81421-832F-BE5E-5E88-75D6DC64CB7D}"/>
          </ac:spMkLst>
        </pc:spChg>
        <pc:picChg chg="add mod">
          <ac:chgData name="AMAR H M" userId="1b62c5d7accce612" providerId="LiveId" clId="{424FD0AF-3276-4E21-AE94-4B74DDD25169}" dt="2025-12-06T12:26:20.600" v="419" actId="1076"/>
          <ac:picMkLst>
            <pc:docMk/>
            <pc:sldMk cId="1553278624" sldId="276"/>
            <ac:picMk id="7" creationId="{C0C9AE70-CD54-5FDE-DC4C-382AA0B462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03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51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457" y="1372767"/>
            <a:ext cx="8419514" cy="110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</a:pPr>
            <a:r>
              <a:rPr lang="en-US" sz="4800" dirty="0"/>
              <a:t>Email Phishing Detection Using</a:t>
            </a:r>
          </a:p>
          <a:p>
            <a:pPr algn="ctr">
              <a:lnSpc>
                <a:spcPts val="3360"/>
              </a:lnSpc>
            </a:pPr>
            <a:r>
              <a:rPr lang="en-US" sz="4800" dirty="0"/>
              <a:t>Machine Learning &amp; </a:t>
            </a:r>
            <a:r>
              <a:rPr lang="en-US" sz="4800" dirty="0" err="1"/>
              <a:t>MLops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696910" y="2413695"/>
            <a:ext cx="37500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08093" y="3017506"/>
            <a:ext cx="5327664" cy="82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 H M  ENG23AM1001                                 Contact-Details – amarhm26@gmail.com </a:t>
            </a:r>
          </a:p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Sanjay S (ENG23AM1004)</a:t>
            </a:r>
          </a:p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Deepak Mahto (ENG22AM0087)</a:t>
            </a:r>
          </a:p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Shashanka (ENG23AM1006)</a:t>
            </a:r>
            <a:endParaRPr lang="en-US" sz="105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D5C9AA0-B788-4AA7-878A-F09C8CC3B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66" y="95250"/>
            <a:ext cx="190500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709" y="27777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Workflow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896463"/>
            <a:ext cx="7882128" cy="409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15F8E2-7E73-55F3-80FA-96DF08A9E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95" y="960088"/>
            <a:ext cx="62968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Ingestion: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retrieval of emails from IMAP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Cleaning noise, decoding content, preparing usable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TF-IDF transformation for high-quality vector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 Regression trained on labeled email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Metrics generated and stored for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Registry: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trained models archived with version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API + user-facing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Drift tracking based on predicted phishing percentage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Alerting &amp; Retraining: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Threshold-based retraining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7822" y="19823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MLOps Tools Stack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20496" y="3326114"/>
            <a:ext cx="7461504" cy="120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B4355-C3CF-9F96-2158-64D99B924396}"/>
              </a:ext>
            </a:extLst>
          </p:cNvPr>
          <p:cNvSpPr txBox="1"/>
          <p:nvPr/>
        </p:nvSpPr>
        <p:spPr>
          <a:xfrm>
            <a:off x="920496" y="759500"/>
            <a:ext cx="640689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Source &amp; Packaging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Git &amp; GitHub for 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Docker for consistent runtime environment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/>
              <a:t>Workflow &amp; Automation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Prefect for orchestration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GitHub Actions for CI automation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/>
              <a:t>Modeling Tools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Scikit-learn for TF-IDF &amp;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Joblib</a:t>
            </a:r>
            <a:r>
              <a:rPr lang="en-US" sz="1400" dirty="0"/>
              <a:t>/Pickle for model persistence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/>
              <a:t>Monitoring &amp; Logging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Custom monitoring script for drift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Training/prediction/drift logs maintained with timestamps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/>
              <a:t>Serving &amp; Interface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FastAPI</a:t>
            </a:r>
            <a:r>
              <a:rPr lang="en-US" sz="1400" dirty="0"/>
              <a:t> for backend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Streamlit</a:t>
            </a:r>
            <a:r>
              <a:rPr lang="en-US" sz="1400" dirty="0"/>
              <a:t> for dashboard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178" y="21699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Ingestion &amp;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5866" y="937608"/>
            <a:ext cx="8678779" cy="362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Ingestion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Connects securely to IMAP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Retrieves real emails from inbox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Extracts metadata: sender, subject, body,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Supports multiple MIME types (plain, HTML)</a:t>
            </a:r>
          </a:p>
          <a:p>
            <a:endParaRPr lang="en-US" sz="1400" dirty="0"/>
          </a:p>
          <a:p>
            <a:r>
              <a:rPr lang="en-US" sz="1400" b="1" dirty="0"/>
              <a:t>Preprocessing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Lowercasing and trimming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Removing scripts, URLs, HTML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Token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Email signature &amp; noise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Concatenating subject + body for improved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Label assignment for phishing/ham classification</a:t>
            </a:r>
          </a:p>
          <a:p>
            <a:endParaRPr lang="en-US" sz="1400" dirty="0"/>
          </a:p>
          <a:p>
            <a:r>
              <a:rPr lang="en-US" sz="1400" b="1" dirty="0"/>
              <a:t>Outcome</a:t>
            </a:r>
          </a:p>
          <a:p>
            <a:r>
              <a:rPr lang="en-US" sz="1400" dirty="0"/>
              <a:t>Produces a clean, high-quality dataset ready for ML tasks.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821" y="32121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Model Training &amp; Tracking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85318"/>
            <a:ext cx="8083296" cy="322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Training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Load cleaned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Train-test split (80/20)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Convert text into TF-IDF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Train Logistic Regression with optimized hyperparameters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Model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Stores model performance metrics in artifacts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Saves vectorizer and model with timestamps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Logs every training cycle for debugging &amp; reproducibility</a:t>
            </a:r>
          </a:p>
          <a:p>
            <a:endParaRPr lang="en-US" sz="1400" dirty="0"/>
          </a:p>
          <a:p>
            <a:r>
              <a:rPr lang="en-US" sz="1400" b="1" dirty="0"/>
              <a:t>Key 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Lightweight, fast, and interpretable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well with email-based text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Easy to update and retrain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27900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 Registry &amp; Versioning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98806" y="1101850"/>
            <a:ext cx="7620000" cy="3449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Model Storage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Every model saved with version numbers (v1, v2, v3...)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Vectorizers stored alongside models for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Models archived in </a:t>
            </a:r>
            <a:r>
              <a:rPr lang="en-US" sz="1400" dirty="0" err="1"/>
              <a:t>model_registry</a:t>
            </a:r>
            <a:r>
              <a:rPr lang="en-US" sz="1400" dirty="0"/>
              <a:t>/ folder</a:t>
            </a:r>
          </a:p>
          <a:p>
            <a:endParaRPr lang="en-US" sz="1400" dirty="0"/>
          </a:p>
          <a:p>
            <a:r>
              <a:rPr lang="en-US" sz="1400" b="1" dirty="0"/>
              <a:t>Version Control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Git tracks changes in code, workflows, configs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Training logs stored per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Evaluation metrics compared before approving new model version</a:t>
            </a:r>
          </a:p>
          <a:p>
            <a:endParaRPr lang="en-US" sz="1400" dirty="0"/>
          </a:p>
          <a:p>
            <a:r>
              <a:rPr lang="en-US" sz="1400" b="1" dirty="0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Easily rollback to older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Ensures reproducibility and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Maintains a history of improvements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517" y="21699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On-Premise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003377"/>
            <a:ext cx="7620000" cy="335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Deployment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FastAPI</a:t>
            </a:r>
            <a:r>
              <a:rPr lang="en-US" sz="1400" dirty="0"/>
              <a:t> endpoint for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Streamlit</a:t>
            </a:r>
            <a:r>
              <a:rPr lang="en-US" sz="1400" dirty="0"/>
              <a:t> dashboard for analysts and admins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Docker image packaging entire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Local deployment via batch scripts</a:t>
            </a:r>
          </a:p>
          <a:p>
            <a:endParaRPr lang="en-US" sz="1400" dirty="0"/>
          </a:p>
          <a:p>
            <a:r>
              <a:rPr lang="en-US" sz="1400" b="1" dirty="0"/>
              <a:t>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Predict phishing risks from incoming emails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Show logs, metrics, and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 real-time insights into email security</a:t>
            </a:r>
          </a:p>
          <a:p>
            <a:endParaRPr lang="en-US" sz="1400" dirty="0"/>
          </a:p>
          <a:p>
            <a:r>
              <a:rPr lang="en-US" sz="1400" b="1" dirty="0"/>
              <a:t>Why On-Prem?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Better security for sensitive email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Faster updates during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Controlled environment for debugging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042" y="216996"/>
            <a:ext cx="838809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Cloud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133" y="1179222"/>
            <a:ext cx="8572578" cy="296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Cloud-Ready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Docker containers can run on AWS EC2, Azure VM, GCP Compute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API and dashboard easily exposed via cloud load balancers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Cloud orchestration possible using GitHub Actions or Prefect Cloud</a:t>
            </a:r>
          </a:p>
          <a:p>
            <a:endParaRPr lang="en-US" sz="1400" b="1" dirty="0"/>
          </a:p>
          <a:p>
            <a:r>
              <a:rPr lang="en-US" sz="1400" b="1" dirty="0"/>
              <a:t>Future Cloud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Automatic deployment of new model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Scheduled retraining on cloud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Scalable email ingestion and monitoring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111" y="8909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CI/CD Pipeline with GitHub Actions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796" y="722022"/>
            <a:ext cx="7943557" cy="4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GitHub Actions CI Pipeline Includes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Syntax, style, and lint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Environment setup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Package installation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Code integrity tests before merging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Basic automated pipeline testing (trainer, ingest, predict)</a:t>
            </a:r>
          </a:p>
          <a:p>
            <a:r>
              <a:rPr lang="en-US" sz="1400" b="1" dirty="0"/>
              <a:t>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Ensures stable codebase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Reduces errors during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Maintains project quality across versions</a:t>
            </a:r>
          </a:p>
          <a:p>
            <a:endParaRPr lang="en-US" sz="1350" dirty="0"/>
          </a:p>
          <a:p>
            <a:r>
              <a:rPr lang="en-US" sz="1400" b="1" dirty="0"/>
              <a:t>Deployment Automation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Build Docker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Run containerized </a:t>
            </a:r>
            <a:r>
              <a:rPr lang="en-US" sz="1400" dirty="0" err="1"/>
              <a:t>FastAPI</a:t>
            </a:r>
            <a:r>
              <a:rPr lang="en-US" sz="1400" dirty="0"/>
              <a:t>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Serve </a:t>
            </a:r>
            <a:r>
              <a:rPr lang="en-US" sz="1400" dirty="0" err="1"/>
              <a:t>Streamlit</a:t>
            </a:r>
            <a:r>
              <a:rPr lang="en-US" sz="1400" dirty="0"/>
              <a:t> dashboard in 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Pull and load latest model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Update environment variables and config</a:t>
            </a:r>
          </a:p>
          <a:p>
            <a:r>
              <a:rPr lang="en-US" sz="1400" b="1" dirty="0"/>
              <a:t>Outcome</a:t>
            </a:r>
          </a:p>
          <a:p>
            <a:r>
              <a:rPr lang="en-US" sz="1400" dirty="0"/>
              <a:t>A fully automated local deployment experience requiring minimal user intervention.</a:t>
            </a:r>
          </a:p>
          <a:p>
            <a:pPr>
              <a:lnSpc>
                <a:spcPts val="3240"/>
              </a:lnSpc>
              <a:buSzPct val="100000"/>
            </a:pP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9612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Model Serving &amp; Inference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926004"/>
            <a:ext cx="7620000" cy="293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 err="1"/>
              <a:t>FastAPI</a:t>
            </a:r>
            <a:r>
              <a:rPr lang="en-US" sz="1400" b="1" dirty="0"/>
              <a:t>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/predict: Accepts email text and returns phishing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/</a:t>
            </a:r>
            <a:r>
              <a:rPr lang="en-US" sz="1400" dirty="0" err="1"/>
              <a:t>healthcheck</a:t>
            </a:r>
            <a:r>
              <a:rPr lang="en-US" sz="1400" dirty="0"/>
              <a:t>: Confirms service is active</a:t>
            </a:r>
          </a:p>
          <a:p>
            <a:endParaRPr lang="en-US" sz="1400" dirty="0"/>
          </a:p>
          <a:p>
            <a:r>
              <a:rPr lang="en-US" sz="1400" b="1" dirty="0" err="1"/>
              <a:t>Streamlit</a:t>
            </a:r>
            <a:r>
              <a:rPr lang="en-US" sz="1400" b="1" dirty="0"/>
              <a:t> 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Real-time email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Visual summaries of phishing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Version comparison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Interactive filtering &amp; browsing of logs</a:t>
            </a:r>
          </a:p>
          <a:p>
            <a:endParaRPr lang="en-US" sz="1400" dirty="0"/>
          </a:p>
          <a:p>
            <a:r>
              <a:rPr lang="en-US" sz="1400" b="1" dirty="0"/>
              <a:t>Strength</a:t>
            </a:r>
          </a:p>
          <a:p>
            <a:r>
              <a:rPr lang="en-US" sz="1400" dirty="0"/>
              <a:t>Fast, lightweight, and user-friendly serving layer.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Monitoring &amp; Observability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94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Drift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Compares current phishing percentage with training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Calculates drift magnitude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Triggers retraining if threshold exceeded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Logs drift events with time &amp;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Prediction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Logs sender, subject, prediction label,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Tracks email volume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Useful for auditing &amp;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Why This Matters</a:t>
            </a:r>
          </a:p>
          <a:p>
            <a:r>
              <a:rPr lang="en-US" sz="1400" dirty="0"/>
              <a:t>Maintains long-term reliability and prevents accuracy degradation.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9823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MLOps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5944" y="1163489"/>
            <a:ext cx="7616952" cy="2995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1843832"/>
            <a:ext cx="71628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5592654-E635-99CD-2355-8AFE1BE32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944" y="891141"/>
            <a:ext cx="682165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to IMAP server → fetch emails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subject &amp; body → preprocess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to TF-IDF feature vectors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using 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every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phishing rates → detect drift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drift found → retrain model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new model to registry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updated API +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visualizes results &amp;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A81421-832F-BE5E-5E88-75D6DC64CB7D}"/>
              </a:ext>
            </a:extLst>
          </p:cNvPr>
          <p:cNvSpPr txBox="1"/>
          <p:nvPr/>
        </p:nvSpPr>
        <p:spPr>
          <a:xfrm>
            <a:off x="457200" y="220407"/>
            <a:ext cx="5001064" cy="56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43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</a:t>
            </a:r>
            <a:r>
              <a:rPr lang="en-US" sz="1800" b="1" dirty="0" err="1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Workflow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C9AE70-CD54-5FDE-DC4C-382AA0B46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006" y="872197"/>
            <a:ext cx="5777865" cy="385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7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874" y="6799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Implementation Guide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08627" y="2681294"/>
            <a:ext cx="6220265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  <a:buSzPct val="100000"/>
            </a:pPr>
            <a:endParaRPr lang="en-US" sz="135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3E485D-5FB9-C031-0BDB-C168F0093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578" y="700490"/>
            <a:ext cx="74643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Identified problem: phishing email detection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Collected email dataset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Implemented ingestion script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Developed preprocessing &amp; TF-IDF pipeline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Trained baseline model and evaluated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Added versioning &amp; registry structure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Implemented drift monitoring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Automated retraining mechanism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Created API layer &amp; dashboard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Containerized entire system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Added CI pipeline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rial" panose="020B0604020202020204" pitchFamily="34" charset="0"/>
              </a:rPr>
              <a:t>\Validated end-to-end </a:t>
            </a:r>
            <a:r>
              <a:rPr lang="en-US" altLang="en-US" sz="1200" dirty="0" err="1">
                <a:latin typeface="Arial" panose="020B0604020202020204" pitchFamily="34" charset="0"/>
              </a:rPr>
              <a:t>MLOps</a:t>
            </a:r>
            <a:r>
              <a:rPr lang="en-US" altLang="en-US" sz="1200" dirty="0">
                <a:latin typeface="Arial" panose="020B0604020202020204" pitchFamily="34" charset="0"/>
              </a:rPr>
              <a:t> workflow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800" dirty="0">
                <a:solidFill>
                  <a:schemeClr val="accent1"/>
                </a:solidFill>
              </a:rPr>
              <a:t>Results &amp; Evaluation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731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Model Performance</a:t>
            </a:r>
          </a:p>
          <a:p>
            <a:r>
              <a:rPr lang="en-US" sz="1400" dirty="0"/>
              <a:t>Solid accuracy across multiple test sets</a:t>
            </a:r>
          </a:p>
          <a:p>
            <a:r>
              <a:rPr lang="en-US" sz="1400" dirty="0"/>
              <a:t>High precision — low false positives</a:t>
            </a:r>
          </a:p>
          <a:p>
            <a:r>
              <a:rPr lang="en-US" sz="1400" dirty="0"/>
              <a:t>High recall — catches majority of phishing mails</a:t>
            </a:r>
          </a:p>
          <a:p>
            <a:r>
              <a:rPr lang="en-US" sz="1400" dirty="0"/>
              <a:t>TF-IDF features capture language patterns effectively</a:t>
            </a:r>
          </a:p>
          <a:p>
            <a:endParaRPr lang="en-US" sz="1400" dirty="0"/>
          </a:p>
          <a:p>
            <a:r>
              <a:rPr lang="en-US" sz="1400" b="1" dirty="0"/>
              <a:t>Pipeline Performance</a:t>
            </a:r>
          </a:p>
          <a:p>
            <a:r>
              <a:rPr lang="en-US" sz="1400" dirty="0"/>
              <a:t>Fully automated from ingestion → prediction → monitoring</a:t>
            </a:r>
          </a:p>
          <a:p>
            <a:r>
              <a:rPr lang="en-US" sz="1400" dirty="0"/>
              <a:t>Minimal human intervention</a:t>
            </a:r>
          </a:p>
          <a:p>
            <a:r>
              <a:rPr lang="en-US" sz="1400" dirty="0"/>
              <a:t>Continuous improvement ensured through drift monitoring</a:t>
            </a:r>
          </a:p>
          <a:p>
            <a:endParaRPr lang="en-US" sz="1400" dirty="0"/>
          </a:p>
          <a:p>
            <a:r>
              <a:rPr lang="en-US" sz="1400" b="1" dirty="0"/>
              <a:t>Visual Results</a:t>
            </a:r>
          </a:p>
          <a:p>
            <a:r>
              <a:rPr lang="en-US" sz="1400" dirty="0"/>
              <a:t>Dashboard shows clear trends of phishing detection</a:t>
            </a:r>
          </a:p>
          <a:p>
            <a:r>
              <a:rPr lang="en-US" sz="1400" dirty="0"/>
              <a:t>Logs highlight real-world email classification patterns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685" y="10525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dirty="0">
                <a:solidFill>
                  <a:schemeClr val="accent1"/>
                </a:solidFill>
              </a:rPr>
              <a:t>Conclusion </a:t>
            </a:r>
          </a:p>
        </p:txBody>
      </p:sp>
      <p:sp>
        <p:nvSpPr>
          <p:cNvPr id="3" name="Text 1"/>
          <p:cNvSpPr/>
          <p:nvPr/>
        </p:nvSpPr>
        <p:spPr>
          <a:xfrm>
            <a:off x="874788" y="1545849"/>
            <a:ext cx="7620000" cy="205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endParaRPr lang="en-US" sz="1350" b="1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378493-2822-FB3B-FAB3-A894FC42E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5" y="636679"/>
            <a:ext cx="83280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This project represents more than just a phishing detection model —</a:t>
            </a:r>
            <a:br>
              <a:rPr lang="en-US" sz="1400" dirty="0"/>
            </a:br>
            <a:r>
              <a:rPr lang="en-US" sz="1400" dirty="0"/>
              <a:t>it shows how a traditional machine-learning solution can be transformed into a </a:t>
            </a:r>
            <a:r>
              <a:rPr lang="en-US" sz="1400" b="1" dirty="0"/>
              <a:t>living, evolving system</a:t>
            </a:r>
            <a:r>
              <a:rPr lang="en-US" sz="1400" dirty="0"/>
              <a:t> through </a:t>
            </a:r>
            <a:r>
              <a:rPr lang="en-US" sz="1400" dirty="0" err="1"/>
              <a:t>MLOps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pPr algn="just"/>
            <a:r>
              <a:rPr lang="en-US" sz="1400" dirty="0"/>
              <a:t>By combining automated data ingestion, intelligent preprocessing, robust model training, reliable deployment, and continuous monitoring, we built an end-to-end pipeline that </a:t>
            </a:r>
            <a:r>
              <a:rPr lang="en-US" sz="1400" b="1" dirty="0"/>
              <a:t>mirrors real industry practices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Every component — from drift detection to retraining and version control — works together to ensure that the system stays accurate, adaptable, and trustworthy over time.</a:t>
            </a:r>
          </a:p>
          <a:p>
            <a:endParaRPr lang="en-US" sz="1400" dirty="0"/>
          </a:p>
          <a:p>
            <a:pPr algn="just"/>
            <a:r>
              <a:rPr lang="en-US" sz="1400" dirty="0"/>
              <a:t>Through this journey, the project highlights a timeless lesson:</a:t>
            </a:r>
            <a:br>
              <a:rPr lang="en-US" sz="1400" dirty="0"/>
            </a:br>
            <a:r>
              <a:rPr lang="en-US" sz="1400" b="1" dirty="0"/>
              <a:t>technology becomes truly powerful only when it is maintained, improved, and cared for continuously.</a:t>
            </a:r>
            <a:br>
              <a:rPr lang="en-US" sz="1400" dirty="0"/>
            </a:br>
            <a:r>
              <a:rPr lang="en-US" sz="1400" dirty="0"/>
              <a:t>Just like emails evolve, threats evolve — and our model evolves along with them.</a:t>
            </a:r>
          </a:p>
          <a:p>
            <a:endParaRPr lang="en-US" sz="1400" dirty="0"/>
          </a:p>
          <a:p>
            <a:pPr algn="just"/>
            <a:r>
              <a:rPr lang="en-US" sz="1400" dirty="0"/>
              <a:t>Ultimately, this </a:t>
            </a:r>
            <a:r>
              <a:rPr lang="en-US" sz="1400" dirty="0" err="1"/>
              <a:t>MLOps</a:t>
            </a:r>
            <a:r>
              <a:rPr lang="en-US" sz="1400" dirty="0"/>
              <a:t> pipeline is not just a technical achievement but a step toward building secure, dependable systems that protect users in the digital age. It stands as a reminder that with thoughtful design, discipline, and dedication, even a student project can reach professional standards and create meaningful impact.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83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A0FCC1-7625-F994-59C4-14830CD20087}"/>
              </a:ext>
            </a:extLst>
          </p:cNvPr>
          <p:cNvSpPr txBox="1"/>
          <p:nvPr/>
        </p:nvSpPr>
        <p:spPr>
          <a:xfrm>
            <a:off x="630919" y="211016"/>
            <a:ext cx="4121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CA9A98-51D7-70AE-4C8A-2489620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24" y="824062"/>
            <a:ext cx="741580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Bird, S., Klein, E., &amp; Loper, E. (2009).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with Python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O’Reilly Media.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Salton, G., &amp; McGill, M. J. (1983).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Modern Information Retrieval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McGraw-Hill. (TF–IDF)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Hosmer, D. W.,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Lemeshow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&amp; Sturdivant, R. X. (2013).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Logistic Regression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(3rd ed.). Wiley.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Jain, A., Gupta, B., &amp; Kumar, A. (2021).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“Machine Learning Approaches for Phishing Email Detection.”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Computer Applications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174(19), 1–9.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Symantec Corporation. (2020).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Threat Report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Broadcom.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Rasool, T., &amp; Shakir, M. (2020).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“Detection of Phishing Emails Using Machine Learning.”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Information Security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11(2), 61–69.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Maimon, D., &amp; Fisher, A. (2021).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“Cybercrime Trends and Prevention Techniques.”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Journal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6(3).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Software Foundation. (2023).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— An email and MIME handling package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https://docs.python.org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IMAP Protocol RFC 3501.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(2003).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Message Access Protocol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IETF.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Pedregosa, F., et al. (2011).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“Scikit-learn: Machine Learning in Python.”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Machine Learning Research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12, 2825–2830.</a:t>
            </a:r>
          </a:p>
        </p:txBody>
      </p:sp>
    </p:spTree>
    <p:extLst>
      <p:ext uri="{BB962C8B-B14F-4D97-AF65-F5344CB8AC3E}">
        <p14:creationId xmlns:p14="http://schemas.microsoft.com/office/powerpoint/2010/main" val="351826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866900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54" y="2644080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1388</Words>
  <Application>Microsoft Office PowerPoint</Application>
  <PresentationFormat>On-screen Show (16:9)</PresentationFormat>
  <Paragraphs>255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AMAR H M</cp:lastModifiedBy>
  <cp:revision>14</cp:revision>
  <dcterms:created xsi:type="dcterms:W3CDTF">2025-11-21T10:17:02Z</dcterms:created>
  <dcterms:modified xsi:type="dcterms:W3CDTF">2025-12-06T12:27:26Z</dcterms:modified>
</cp:coreProperties>
</file>